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sldIdLst>
    <p:sldId id="286" r:id="rId2"/>
  </p:sldIdLst>
  <p:sldSz cx="23804563" cy="144478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551" userDrawn="1">
          <p15:clr>
            <a:srgbClr val="A4A3A4"/>
          </p15:clr>
        </p15:guide>
        <p15:guide id="2" pos="749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F3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521"/>
    <p:restoredTop sz="94637"/>
  </p:normalViewPr>
  <p:slideViewPr>
    <p:cSldViewPr snapToGrid="0" snapToObjects="1">
      <p:cViewPr varScale="1">
        <p:scale>
          <a:sx n="61" d="100"/>
          <a:sy n="61" d="100"/>
        </p:scale>
        <p:origin x="352" y="224"/>
      </p:cViewPr>
      <p:guideLst>
        <p:guide orient="horz" pos="4551"/>
        <p:guide pos="749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75571" y="2364497"/>
            <a:ext cx="17853422" cy="5029988"/>
          </a:xfrm>
        </p:spPr>
        <p:txBody>
          <a:bodyPr anchor="b"/>
          <a:lstStyle>
            <a:lvl1pPr algn="ctr">
              <a:defRPr sz="1171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75571" y="7588461"/>
            <a:ext cx="17853422" cy="3488215"/>
          </a:xfrm>
        </p:spPr>
        <p:txBody>
          <a:bodyPr/>
          <a:lstStyle>
            <a:lvl1pPr marL="0" indent="0" algn="ctr">
              <a:buNone/>
              <a:defRPr sz="4686"/>
            </a:lvl1pPr>
            <a:lvl2pPr marL="892683" indent="0" algn="ctr">
              <a:buNone/>
              <a:defRPr sz="3905"/>
            </a:lvl2pPr>
            <a:lvl3pPr marL="1785366" indent="0" algn="ctr">
              <a:buNone/>
              <a:defRPr sz="3515"/>
            </a:lvl3pPr>
            <a:lvl4pPr marL="2678049" indent="0" algn="ctr">
              <a:buNone/>
              <a:defRPr sz="3124"/>
            </a:lvl4pPr>
            <a:lvl5pPr marL="3570732" indent="0" algn="ctr">
              <a:buNone/>
              <a:defRPr sz="3124"/>
            </a:lvl5pPr>
            <a:lvl6pPr marL="4463415" indent="0" algn="ctr">
              <a:buNone/>
              <a:defRPr sz="3124"/>
            </a:lvl6pPr>
            <a:lvl7pPr marL="5356098" indent="0" algn="ctr">
              <a:buNone/>
              <a:defRPr sz="3124"/>
            </a:lvl7pPr>
            <a:lvl8pPr marL="6248781" indent="0" algn="ctr">
              <a:buNone/>
              <a:defRPr sz="3124"/>
            </a:lvl8pPr>
            <a:lvl9pPr marL="7141464" indent="0" algn="ctr">
              <a:buNone/>
              <a:defRPr sz="312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E1240-A4C5-3C4C-9150-EFE70D104BAE}" type="datetimeFigureOut">
              <a:rPr lang="en-US" smtClean="0"/>
              <a:t>9/1/21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9E5AB-FC0B-1441-8907-92D2447ED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581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E1240-A4C5-3C4C-9150-EFE70D104BAE}" type="datetimeFigureOut">
              <a:rPr lang="en-US" smtClean="0"/>
              <a:t>9/1/21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9E5AB-FC0B-1441-8907-92D2447ED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810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4165" y="3601928"/>
            <a:ext cx="20531436" cy="6009898"/>
          </a:xfrm>
        </p:spPr>
        <p:txBody>
          <a:bodyPr anchor="b"/>
          <a:lstStyle>
            <a:lvl1pPr>
              <a:defRPr sz="1171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165" y="9668682"/>
            <a:ext cx="20531436" cy="3160464"/>
          </a:xfrm>
        </p:spPr>
        <p:txBody>
          <a:bodyPr/>
          <a:lstStyle>
            <a:lvl1pPr marL="0" indent="0">
              <a:buNone/>
              <a:defRPr sz="4686">
                <a:solidFill>
                  <a:schemeClr val="tx1">
                    <a:tint val="75000"/>
                  </a:schemeClr>
                </a:solidFill>
              </a:defRPr>
            </a:lvl1pPr>
            <a:lvl2pPr marL="892683" indent="0">
              <a:buNone/>
              <a:defRPr sz="3905">
                <a:solidFill>
                  <a:schemeClr val="tx1">
                    <a:tint val="75000"/>
                  </a:schemeClr>
                </a:solidFill>
              </a:defRPr>
            </a:lvl2pPr>
            <a:lvl3pPr marL="1785366" indent="0">
              <a:buNone/>
              <a:defRPr sz="3515">
                <a:solidFill>
                  <a:schemeClr val="tx1">
                    <a:tint val="75000"/>
                  </a:schemeClr>
                </a:solidFill>
              </a:defRPr>
            </a:lvl3pPr>
            <a:lvl4pPr marL="2678049" indent="0">
              <a:buNone/>
              <a:defRPr sz="3124">
                <a:solidFill>
                  <a:schemeClr val="tx1">
                    <a:tint val="75000"/>
                  </a:schemeClr>
                </a:solidFill>
              </a:defRPr>
            </a:lvl4pPr>
            <a:lvl5pPr marL="3570732" indent="0">
              <a:buNone/>
              <a:defRPr sz="3124">
                <a:solidFill>
                  <a:schemeClr val="tx1">
                    <a:tint val="75000"/>
                  </a:schemeClr>
                </a:solidFill>
              </a:defRPr>
            </a:lvl5pPr>
            <a:lvl6pPr marL="4463415" indent="0">
              <a:buNone/>
              <a:defRPr sz="3124">
                <a:solidFill>
                  <a:schemeClr val="tx1">
                    <a:tint val="75000"/>
                  </a:schemeClr>
                </a:solidFill>
              </a:defRPr>
            </a:lvl6pPr>
            <a:lvl7pPr marL="5356098" indent="0">
              <a:buNone/>
              <a:defRPr sz="3124">
                <a:solidFill>
                  <a:schemeClr val="tx1">
                    <a:tint val="75000"/>
                  </a:schemeClr>
                </a:solidFill>
              </a:defRPr>
            </a:lvl7pPr>
            <a:lvl8pPr marL="6248781" indent="0">
              <a:buNone/>
              <a:defRPr sz="3124">
                <a:solidFill>
                  <a:schemeClr val="tx1">
                    <a:tint val="75000"/>
                  </a:schemeClr>
                </a:solidFill>
              </a:defRPr>
            </a:lvl8pPr>
            <a:lvl9pPr marL="7141464" indent="0">
              <a:buNone/>
              <a:defRPr sz="312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E1240-A4C5-3C4C-9150-EFE70D104BAE}" type="datetimeFigureOut">
              <a:rPr lang="en-US" smtClean="0"/>
              <a:t>9/1/21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9E5AB-FC0B-1441-8907-92D2447ED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50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36564" y="3846068"/>
            <a:ext cx="10116939" cy="91670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51060" y="3846068"/>
            <a:ext cx="10116939" cy="91670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E1240-A4C5-3C4C-9150-EFE70D104BAE}" type="datetimeFigureOut">
              <a:rPr lang="en-US" smtClean="0"/>
              <a:t>9/1/21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9E5AB-FC0B-1441-8907-92D2447ED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609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9664" y="769215"/>
            <a:ext cx="20531436" cy="279258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39665" y="3541728"/>
            <a:ext cx="10070445" cy="1735746"/>
          </a:xfrm>
        </p:spPr>
        <p:txBody>
          <a:bodyPr anchor="b"/>
          <a:lstStyle>
            <a:lvl1pPr marL="0" indent="0">
              <a:buNone/>
              <a:defRPr sz="4686" b="1"/>
            </a:lvl1pPr>
            <a:lvl2pPr marL="892683" indent="0">
              <a:buNone/>
              <a:defRPr sz="3905" b="1"/>
            </a:lvl2pPr>
            <a:lvl3pPr marL="1785366" indent="0">
              <a:buNone/>
              <a:defRPr sz="3515" b="1"/>
            </a:lvl3pPr>
            <a:lvl4pPr marL="2678049" indent="0">
              <a:buNone/>
              <a:defRPr sz="3124" b="1"/>
            </a:lvl4pPr>
            <a:lvl5pPr marL="3570732" indent="0">
              <a:buNone/>
              <a:defRPr sz="3124" b="1"/>
            </a:lvl5pPr>
            <a:lvl6pPr marL="4463415" indent="0">
              <a:buNone/>
              <a:defRPr sz="3124" b="1"/>
            </a:lvl6pPr>
            <a:lvl7pPr marL="5356098" indent="0">
              <a:buNone/>
              <a:defRPr sz="3124" b="1"/>
            </a:lvl7pPr>
            <a:lvl8pPr marL="6248781" indent="0">
              <a:buNone/>
              <a:defRPr sz="3124" b="1"/>
            </a:lvl8pPr>
            <a:lvl9pPr marL="7141464" indent="0">
              <a:buNone/>
              <a:defRPr sz="312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39665" y="5277474"/>
            <a:ext cx="10070445" cy="7762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051060" y="3541728"/>
            <a:ext cx="10120040" cy="1735746"/>
          </a:xfrm>
        </p:spPr>
        <p:txBody>
          <a:bodyPr anchor="b"/>
          <a:lstStyle>
            <a:lvl1pPr marL="0" indent="0">
              <a:buNone/>
              <a:defRPr sz="4686" b="1"/>
            </a:lvl1pPr>
            <a:lvl2pPr marL="892683" indent="0">
              <a:buNone/>
              <a:defRPr sz="3905" b="1"/>
            </a:lvl2pPr>
            <a:lvl3pPr marL="1785366" indent="0">
              <a:buNone/>
              <a:defRPr sz="3515" b="1"/>
            </a:lvl3pPr>
            <a:lvl4pPr marL="2678049" indent="0">
              <a:buNone/>
              <a:defRPr sz="3124" b="1"/>
            </a:lvl4pPr>
            <a:lvl5pPr marL="3570732" indent="0">
              <a:buNone/>
              <a:defRPr sz="3124" b="1"/>
            </a:lvl5pPr>
            <a:lvl6pPr marL="4463415" indent="0">
              <a:buNone/>
              <a:defRPr sz="3124" b="1"/>
            </a:lvl6pPr>
            <a:lvl7pPr marL="5356098" indent="0">
              <a:buNone/>
              <a:defRPr sz="3124" b="1"/>
            </a:lvl7pPr>
            <a:lvl8pPr marL="6248781" indent="0">
              <a:buNone/>
              <a:defRPr sz="3124" b="1"/>
            </a:lvl8pPr>
            <a:lvl9pPr marL="7141464" indent="0">
              <a:buNone/>
              <a:defRPr sz="312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051060" y="5277474"/>
            <a:ext cx="10120040" cy="7762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E1240-A4C5-3C4C-9150-EFE70D104BAE}" type="datetimeFigureOut">
              <a:rPr lang="en-US" smtClean="0"/>
              <a:t>9/1/21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9E5AB-FC0B-1441-8907-92D2447ED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358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E1240-A4C5-3C4C-9150-EFE70D104BAE}" type="datetimeFigureOut">
              <a:rPr lang="en-US" smtClean="0"/>
              <a:t>9/1/21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9E5AB-FC0B-1441-8907-92D2447ED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532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E1240-A4C5-3C4C-9150-EFE70D104BAE}" type="datetimeFigureOut">
              <a:rPr lang="en-US" smtClean="0"/>
              <a:t>9/1/21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9E5AB-FC0B-1441-8907-92D2447ED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696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9665" y="963189"/>
            <a:ext cx="7677591" cy="3371162"/>
          </a:xfrm>
        </p:spPr>
        <p:txBody>
          <a:bodyPr anchor="b"/>
          <a:lstStyle>
            <a:lvl1pPr>
              <a:defRPr sz="624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20040" y="2080222"/>
            <a:ext cx="12051060" cy="10267329"/>
          </a:xfrm>
        </p:spPr>
        <p:txBody>
          <a:bodyPr/>
          <a:lstStyle>
            <a:lvl1pPr>
              <a:defRPr sz="6248"/>
            </a:lvl1pPr>
            <a:lvl2pPr>
              <a:defRPr sz="5467"/>
            </a:lvl2pPr>
            <a:lvl3pPr>
              <a:defRPr sz="4686"/>
            </a:lvl3pPr>
            <a:lvl4pPr>
              <a:defRPr sz="3905"/>
            </a:lvl4pPr>
            <a:lvl5pPr>
              <a:defRPr sz="3905"/>
            </a:lvl5pPr>
            <a:lvl6pPr>
              <a:defRPr sz="3905"/>
            </a:lvl6pPr>
            <a:lvl7pPr>
              <a:defRPr sz="3905"/>
            </a:lvl7pPr>
            <a:lvl8pPr>
              <a:defRPr sz="3905"/>
            </a:lvl8pPr>
            <a:lvl9pPr>
              <a:defRPr sz="39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39665" y="4334351"/>
            <a:ext cx="7677591" cy="8029922"/>
          </a:xfrm>
        </p:spPr>
        <p:txBody>
          <a:bodyPr/>
          <a:lstStyle>
            <a:lvl1pPr marL="0" indent="0">
              <a:buNone/>
              <a:defRPr sz="3124"/>
            </a:lvl1pPr>
            <a:lvl2pPr marL="892683" indent="0">
              <a:buNone/>
              <a:defRPr sz="2734"/>
            </a:lvl2pPr>
            <a:lvl3pPr marL="1785366" indent="0">
              <a:buNone/>
              <a:defRPr sz="2343"/>
            </a:lvl3pPr>
            <a:lvl4pPr marL="2678049" indent="0">
              <a:buNone/>
              <a:defRPr sz="1952"/>
            </a:lvl4pPr>
            <a:lvl5pPr marL="3570732" indent="0">
              <a:buNone/>
              <a:defRPr sz="1952"/>
            </a:lvl5pPr>
            <a:lvl6pPr marL="4463415" indent="0">
              <a:buNone/>
              <a:defRPr sz="1952"/>
            </a:lvl6pPr>
            <a:lvl7pPr marL="5356098" indent="0">
              <a:buNone/>
              <a:defRPr sz="1952"/>
            </a:lvl7pPr>
            <a:lvl8pPr marL="6248781" indent="0">
              <a:buNone/>
              <a:defRPr sz="1952"/>
            </a:lvl8pPr>
            <a:lvl9pPr marL="7141464" indent="0">
              <a:buNone/>
              <a:defRPr sz="195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E1240-A4C5-3C4C-9150-EFE70D104BAE}" type="datetimeFigureOut">
              <a:rPr lang="en-US" smtClean="0"/>
              <a:t>9/1/21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9E5AB-FC0B-1441-8907-92D2447ED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288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9665" y="963189"/>
            <a:ext cx="7677591" cy="3371162"/>
          </a:xfrm>
        </p:spPr>
        <p:txBody>
          <a:bodyPr anchor="b"/>
          <a:lstStyle>
            <a:lvl1pPr>
              <a:defRPr sz="624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120040" y="2080222"/>
            <a:ext cx="12051060" cy="10267329"/>
          </a:xfrm>
        </p:spPr>
        <p:txBody>
          <a:bodyPr anchor="t"/>
          <a:lstStyle>
            <a:lvl1pPr marL="0" indent="0">
              <a:buNone/>
              <a:defRPr sz="6248"/>
            </a:lvl1pPr>
            <a:lvl2pPr marL="892683" indent="0">
              <a:buNone/>
              <a:defRPr sz="5467"/>
            </a:lvl2pPr>
            <a:lvl3pPr marL="1785366" indent="0">
              <a:buNone/>
              <a:defRPr sz="4686"/>
            </a:lvl3pPr>
            <a:lvl4pPr marL="2678049" indent="0">
              <a:buNone/>
              <a:defRPr sz="3905"/>
            </a:lvl4pPr>
            <a:lvl5pPr marL="3570732" indent="0">
              <a:buNone/>
              <a:defRPr sz="3905"/>
            </a:lvl5pPr>
            <a:lvl6pPr marL="4463415" indent="0">
              <a:buNone/>
              <a:defRPr sz="3905"/>
            </a:lvl6pPr>
            <a:lvl7pPr marL="5356098" indent="0">
              <a:buNone/>
              <a:defRPr sz="3905"/>
            </a:lvl7pPr>
            <a:lvl8pPr marL="6248781" indent="0">
              <a:buNone/>
              <a:defRPr sz="3905"/>
            </a:lvl8pPr>
            <a:lvl9pPr marL="7141464" indent="0">
              <a:buNone/>
              <a:defRPr sz="390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39665" y="4334351"/>
            <a:ext cx="7677591" cy="8029922"/>
          </a:xfrm>
        </p:spPr>
        <p:txBody>
          <a:bodyPr/>
          <a:lstStyle>
            <a:lvl1pPr marL="0" indent="0">
              <a:buNone/>
              <a:defRPr sz="3124"/>
            </a:lvl1pPr>
            <a:lvl2pPr marL="892683" indent="0">
              <a:buNone/>
              <a:defRPr sz="2734"/>
            </a:lvl2pPr>
            <a:lvl3pPr marL="1785366" indent="0">
              <a:buNone/>
              <a:defRPr sz="2343"/>
            </a:lvl3pPr>
            <a:lvl4pPr marL="2678049" indent="0">
              <a:buNone/>
              <a:defRPr sz="1952"/>
            </a:lvl4pPr>
            <a:lvl5pPr marL="3570732" indent="0">
              <a:buNone/>
              <a:defRPr sz="1952"/>
            </a:lvl5pPr>
            <a:lvl6pPr marL="4463415" indent="0">
              <a:buNone/>
              <a:defRPr sz="1952"/>
            </a:lvl6pPr>
            <a:lvl7pPr marL="5356098" indent="0">
              <a:buNone/>
              <a:defRPr sz="1952"/>
            </a:lvl7pPr>
            <a:lvl8pPr marL="6248781" indent="0">
              <a:buNone/>
              <a:defRPr sz="1952"/>
            </a:lvl8pPr>
            <a:lvl9pPr marL="7141464" indent="0">
              <a:buNone/>
              <a:defRPr sz="195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E1240-A4C5-3C4C-9150-EFE70D104BAE}" type="datetimeFigureOut">
              <a:rPr lang="en-US" smtClean="0"/>
              <a:t>9/1/21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9E5AB-FC0B-1441-8907-92D2447ED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959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E1240-A4C5-3C4C-9150-EFE70D104BAE}" type="datetimeFigureOut">
              <a:rPr lang="en-US" smtClean="0"/>
              <a:t>9/1/21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9E5AB-FC0B-1441-8907-92D2447ED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246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035140" y="769214"/>
            <a:ext cx="5132859" cy="122438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36564" y="769214"/>
            <a:ext cx="15101020" cy="12243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E1240-A4C5-3C4C-9150-EFE70D104BAE}" type="datetimeFigureOut">
              <a:rPr lang="en-US" smtClean="0"/>
              <a:t>9/1/21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9E5AB-FC0B-1441-8907-92D2447ED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962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36564" y="769215"/>
            <a:ext cx="20531436" cy="27925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36564" y="3846068"/>
            <a:ext cx="20531436" cy="91670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36564" y="13391006"/>
            <a:ext cx="5356027" cy="769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34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6E1240-A4C5-3C4C-9150-EFE70D104BAE}" type="datetimeFigureOut">
              <a:rPr lang="en-US" smtClean="0"/>
              <a:t>9/1/21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885262" y="13391006"/>
            <a:ext cx="8034040" cy="769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4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811972" y="13391006"/>
            <a:ext cx="5356027" cy="769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34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C9E5AB-FC0B-1441-8907-92D2447ED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98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1785366" rtl="0" eaLnBrk="1" latinLnBrk="0" hangingPunct="1">
        <a:lnSpc>
          <a:spcPct val="90000"/>
        </a:lnSpc>
        <a:spcBef>
          <a:spcPct val="0"/>
        </a:spcBef>
        <a:buNone/>
        <a:defRPr sz="859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46342" indent="-446342" algn="l" defTabSz="1785366" rtl="0" eaLnBrk="1" latinLnBrk="0" hangingPunct="1">
        <a:lnSpc>
          <a:spcPct val="90000"/>
        </a:lnSpc>
        <a:spcBef>
          <a:spcPts val="1952"/>
        </a:spcBef>
        <a:buFont typeface="Arial" panose="020B0604020202020204" pitchFamily="34" charset="0"/>
        <a:buChar char="•"/>
        <a:defRPr sz="5467" kern="1200">
          <a:solidFill>
            <a:schemeClr val="tx1"/>
          </a:solidFill>
          <a:latin typeface="+mn-lt"/>
          <a:ea typeface="+mn-ea"/>
          <a:cs typeface="+mn-cs"/>
        </a:defRPr>
      </a:lvl1pPr>
      <a:lvl2pPr marL="1339025" indent="-446342" algn="l" defTabSz="1785366" rtl="0" eaLnBrk="1" latinLnBrk="0" hangingPunct="1">
        <a:lnSpc>
          <a:spcPct val="90000"/>
        </a:lnSpc>
        <a:spcBef>
          <a:spcPts val="976"/>
        </a:spcBef>
        <a:buFont typeface="Arial" panose="020B0604020202020204" pitchFamily="34" charset="0"/>
        <a:buChar char="•"/>
        <a:defRPr sz="4686" kern="1200">
          <a:solidFill>
            <a:schemeClr val="tx1"/>
          </a:solidFill>
          <a:latin typeface="+mn-lt"/>
          <a:ea typeface="+mn-ea"/>
          <a:cs typeface="+mn-cs"/>
        </a:defRPr>
      </a:lvl2pPr>
      <a:lvl3pPr marL="2231708" indent="-446342" algn="l" defTabSz="1785366" rtl="0" eaLnBrk="1" latinLnBrk="0" hangingPunct="1">
        <a:lnSpc>
          <a:spcPct val="90000"/>
        </a:lnSpc>
        <a:spcBef>
          <a:spcPts val="976"/>
        </a:spcBef>
        <a:buFont typeface="Arial" panose="020B0604020202020204" pitchFamily="34" charset="0"/>
        <a:buChar char="•"/>
        <a:defRPr sz="3905" kern="1200">
          <a:solidFill>
            <a:schemeClr val="tx1"/>
          </a:solidFill>
          <a:latin typeface="+mn-lt"/>
          <a:ea typeface="+mn-ea"/>
          <a:cs typeface="+mn-cs"/>
        </a:defRPr>
      </a:lvl3pPr>
      <a:lvl4pPr marL="3124391" indent="-446342" algn="l" defTabSz="1785366" rtl="0" eaLnBrk="1" latinLnBrk="0" hangingPunct="1">
        <a:lnSpc>
          <a:spcPct val="90000"/>
        </a:lnSpc>
        <a:spcBef>
          <a:spcPts val="976"/>
        </a:spcBef>
        <a:buFont typeface="Arial" panose="020B0604020202020204" pitchFamily="34" charset="0"/>
        <a:buChar char="•"/>
        <a:defRPr sz="3515" kern="1200">
          <a:solidFill>
            <a:schemeClr val="tx1"/>
          </a:solidFill>
          <a:latin typeface="+mn-lt"/>
          <a:ea typeface="+mn-ea"/>
          <a:cs typeface="+mn-cs"/>
        </a:defRPr>
      </a:lvl4pPr>
      <a:lvl5pPr marL="4017074" indent="-446342" algn="l" defTabSz="1785366" rtl="0" eaLnBrk="1" latinLnBrk="0" hangingPunct="1">
        <a:lnSpc>
          <a:spcPct val="90000"/>
        </a:lnSpc>
        <a:spcBef>
          <a:spcPts val="976"/>
        </a:spcBef>
        <a:buFont typeface="Arial" panose="020B0604020202020204" pitchFamily="34" charset="0"/>
        <a:buChar char="•"/>
        <a:defRPr sz="3515" kern="1200">
          <a:solidFill>
            <a:schemeClr val="tx1"/>
          </a:solidFill>
          <a:latin typeface="+mn-lt"/>
          <a:ea typeface="+mn-ea"/>
          <a:cs typeface="+mn-cs"/>
        </a:defRPr>
      </a:lvl5pPr>
      <a:lvl6pPr marL="4909757" indent="-446342" algn="l" defTabSz="1785366" rtl="0" eaLnBrk="1" latinLnBrk="0" hangingPunct="1">
        <a:lnSpc>
          <a:spcPct val="90000"/>
        </a:lnSpc>
        <a:spcBef>
          <a:spcPts val="976"/>
        </a:spcBef>
        <a:buFont typeface="Arial" panose="020B0604020202020204" pitchFamily="34" charset="0"/>
        <a:buChar char="•"/>
        <a:defRPr sz="3515" kern="1200">
          <a:solidFill>
            <a:schemeClr val="tx1"/>
          </a:solidFill>
          <a:latin typeface="+mn-lt"/>
          <a:ea typeface="+mn-ea"/>
          <a:cs typeface="+mn-cs"/>
        </a:defRPr>
      </a:lvl6pPr>
      <a:lvl7pPr marL="5802440" indent="-446342" algn="l" defTabSz="1785366" rtl="0" eaLnBrk="1" latinLnBrk="0" hangingPunct="1">
        <a:lnSpc>
          <a:spcPct val="90000"/>
        </a:lnSpc>
        <a:spcBef>
          <a:spcPts val="976"/>
        </a:spcBef>
        <a:buFont typeface="Arial" panose="020B0604020202020204" pitchFamily="34" charset="0"/>
        <a:buChar char="•"/>
        <a:defRPr sz="3515" kern="1200">
          <a:solidFill>
            <a:schemeClr val="tx1"/>
          </a:solidFill>
          <a:latin typeface="+mn-lt"/>
          <a:ea typeface="+mn-ea"/>
          <a:cs typeface="+mn-cs"/>
        </a:defRPr>
      </a:lvl7pPr>
      <a:lvl8pPr marL="6695123" indent="-446342" algn="l" defTabSz="1785366" rtl="0" eaLnBrk="1" latinLnBrk="0" hangingPunct="1">
        <a:lnSpc>
          <a:spcPct val="90000"/>
        </a:lnSpc>
        <a:spcBef>
          <a:spcPts val="976"/>
        </a:spcBef>
        <a:buFont typeface="Arial" panose="020B0604020202020204" pitchFamily="34" charset="0"/>
        <a:buChar char="•"/>
        <a:defRPr sz="3515" kern="1200">
          <a:solidFill>
            <a:schemeClr val="tx1"/>
          </a:solidFill>
          <a:latin typeface="+mn-lt"/>
          <a:ea typeface="+mn-ea"/>
          <a:cs typeface="+mn-cs"/>
        </a:defRPr>
      </a:lvl8pPr>
      <a:lvl9pPr marL="7587806" indent="-446342" algn="l" defTabSz="1785366" rtl="0" eaLnBrk="1" latinLnBrk="0" hangingPunct="1">
        <a:lnSpc>
          <a:spcPct val="90000"/>
        </a:lnSpc>
        <a:spcBef>
          <a:spcPts val="976"/>
        </a:spcBef>
        <a:buFont typeface="Arial" panose="020B0604020202020204" pitchFamily="34" charset="0"/>
        <a:buChar char="•"/>
        <a:defRPr sz="35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785366" rtl="0" eaLnBrk="1" latinLnBrk="0" hangingPunct="1">
        <a:defRPr sz="3515" kern="1200">
          <a:solidFill>
            <a:schemeClr val="tx1"/>
          </a:solidFill>
          <a:latin typeface="+mn-lt"/>
          <a:ea typeface="+mn-ea"/>
          <a:cs typeface="+mn-cs"/>
        </a:defRPr>
      </a:lvl1pPr>
      <a:lvl2pPr marL="892683" algn="l" defTabSz="1785366" rtl="0" eaLnBrk="1" latinLnBrk="0" hangingPunct="1">
        <a:defRPr sz="3515" kern="1200">
          <a:solidFill>
            <a:schemeClr val="tx1"/>
          </a:solidFill>
          <a:latin typeface="+mn-lt"/>
          <a:ea typeface="+mn-ea"/>
          <a:cs typeface="+mn-cs"/>
        </a:defRPr>
      </a:lvl2pPr>
      <a:lvl3pPr marL="1785366" algn="l" defTabSz="1785366" rtl="0" eaLnBrk="1" latinLnBrk="0" hangingPunct="1">
        <a:defRPr sz="3515" kern="1200">
          <a:solidFill>
            <a:schemeClr val="tx1"/>
          </a:solidFill>
          <a:latin typeface="+mn-lt"/>
          <a:ea typeface="+mn-ea"/>
          <a:cs typeface="+mn-cs"/>
        </a:defRPr>
      </a:lvl3pPr>
      <a:lvl4pPr marL="2678049" algn="l" defTabSz="1785366" rtl="0" eaLnBrk="1" latinLnBrk="0" hangingPunct="1">
        <a:defRPr sz="3515" kern="1200">
          <a:solidFill>
            <a:schemeClr val="tx1"/>
          </a:solidFill>
          <a:latin typeface="+mn-lt"/>
          <a:ea typeface="+mn-ea"/>
          <a:cs typeface="+mn-cs"/>
        </a:defRPr>
      </a:lvl4pPr>
      <a:lvl5pPr marL="3570732" algn="l" defTabSz="1785366" rtl="0" eaLnBrk="1" latinLnBrk="0" hangingPunct="1">
        <a:defRPr sz="3515" kern="1200">
          <a:solidFill>
            <a:schemeClr val="tx1"/>
          </a:solidFill>
          <a:latin typeface="+mn-lt"/>
          <a:ea typeface="+mn-ea"/>
          <a:cs typeface="+mn-cs"/>
        </a:defRPr>
      </a:lvl5pPr>
      <a:lvl6pPr marL="4463415" algn="l" defTabSz="1785366" rtl="0" eaLnBrk="1" latinLnBrk="0" hangingPunct="1">
        <a:defRPr sz="3515" kern="1200">
          <a:solidFill>
            <a:schemeClr val="tx1"/>
          </a:solidFill>
          <a:latin typeface="+mn-lt"/>
          <a:ea typeface="+mn-ea"/>
          <a:cs typeface="+mn-cs"/>
        </a:defRPr>
      </a:lvl6pPr>
      <a:lvl7pPr marL="5356098" algn="l" defTabSz="1785366" rtl="0" eaLnBrk="1" latinLnBrk="0" hangingPunct="1">
        <a:defRPr sz="3515" kern="1200">
          <a:solidFill>
            <a:schemeClr val="tx1"/>
          </a:solidFill>
          <a:latin typeface="+mn-lt"/>
          <a:ea typeface="+mn-ea"/>
          <a:cs typeface="+mn-cs"/>
        </a:defRPr>
      </a:lvl7pPr>
      <a:lvl8pPr marL="6248781" algn="l" defTabSz="1785366" rtl="0" eaLnBrk="1" latinLnBrk="0" hangingPunct="1">
        <a:defRPr sz="3515" kern="1200">
          <a:solidFill>
            <a:schemeClr val="tx1"/>
          </a:solidFill>
          <a:latin typeface="+mn-lt"/>
          <a:ea typeface="+mn-ea"/>
          <a:cs typeface="+mn-cs"/>
        </a:defRPr>
      </a:lvl8pPr>
      <a:lvl9pPr marL="7141464" algn="l" defTabSz="1785366" rtl="0" eaLnBrk="1" latinLnBrk="0" hangingPunct="1">
        <a:defRPr sz="35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adapter, gear&#10;&#10;Description automatically generated">
            <a:extLst>
              <a:ext uri="{FF2B5EF4-FFF2-40B4-BE49-F238E27FC236}">
                <a16:creationId xmlns:a16="http://schemas.microsoft.com/office/drawing/2014/main" id="{B26F7FEE-296D-8841-B947-E40520E5A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5931" y="4995069"/>
            <a:ext cx="5092700" cy="4457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00243EF-E008-1E4D-A9AF-608862D156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42479" y="4372769"/>
            <a:ext cx="4241800" cy="570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5234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3383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Hasan, Monowar</dc:creator>
  <cp:lastModifiedBy>Monowar Hasan</cp:lastModifiedBy>
  <cp:revision>168</cp:revision>
  <cp:lastPrinted>2018-11-27T18:58:38Z</cp:lastPrinted>
  <dcterms:created xsi:type="dcterms:W3CDTF">2018-11-17T02:04:09Z</dcterms:created>
  <dcterms:modified xsi:type="dcterms:W3CDTF">2021-09-01T22:21:21Z</dcterms:modified>
</cp:coreProperties>
</file>