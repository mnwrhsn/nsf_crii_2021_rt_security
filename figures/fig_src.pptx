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1"/>
  </p:sldMasterIdLst>
  <p:sldIdLst>
    <p:sldId id="282" r:id="rId2"/>
    <p:sldId id="284" r:id="rId3"/>
    <p:sldId id="285" r:id="rId4"/>
  </p:sldIdLst>
  <p:sldSz cx="23804563" cy="144478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551" userDrawn="1">
          <p15:clr>
            <a:srgbClr val="A4A3A4"/>
          </p15:clr>
        </p15:guide>
        <p15:guide id="2" pos="749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F3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17"/>
    <p:restoredTop sz="94637"/>
  </p:normalViewPr>
  <p:slideViewPr>
    <p:cSldViewPr snapToGrid="0" snapToObjects="1">
      <p:cViewPr varScale="1">
        <p:scale>
          <a:sx n="58" d="100"/>
          <a:sy n="58" d="100"/>
        </p:scale>
        <p:origin x="1664" y="248"/>
      </p:cViewPr>
      <p:guideLst>
        <p:guide orient="horz" pos="4551"/>
        <p:guide pos="749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75571" y="2364497"/>
            <a:ext cx="17853422" cy="5029988"/>
          </a:xfrm>
        </p:spPr>
        <p:txBody>
          <a:bodyPr anchor="b"/>
          <a:lstStyle>
            <a:lvl1pPr algn="ctr">
              <a:defRPr sz="1171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75571" y="7588461"/>
            <a:ext cx="17853422" cy="3488215"/>
          </a:xfrm>
        </p:spPr>
        <p:txBody>
          <a:bodyPr/>
          <a:lstStyle>
            <a:lvl1pPr marL="0" indent="0" algn="ctr">
              <a:buNone/>
              <a:defRPr sz="4686"/>
            </a:lvl1pPr>
            <a:lvl2pPr marL="892683" indent="0" algn="ctr">
              <a:buNone/>
              <a:defRPr sz="3905"/>
            </a:lvl2pPr>
            <a:lvl3pPr marL="1785366" indent="0" algn="ctr">
              <a:buNone/>
              <a:defRPr sz="3515"/>
            </a:lvl3pPr>
            <a:lvl4pPr marL="2678049" indent="0" algn="ctr">
              <a:buNone/>
              <a:defRPr sz="3124"/>
            </a:lvl4pPr>
            <a:lvl5pPr marL="3570732" indent="0" algn="ctr">
              <a:buNone/>
              <a:defRPr sz="3124"/>
            </a:lvl5pPr>
            <a:lvl6pPr marL="4463415" indent="0" algn="ctr">
              <a:buNone/>
              <a:defRPr sz="3124"/>
            </a:lvl6pPr>
            <a:lvl7pPr marL="5356098" indent="0" algn="ctr">
              <a:buNone/>
              <a:defRPr sz="3124"/>
            </a:lvl7pPr>
            <a:lvl8pPr marL="6248781" indent="0" algn="ctr">
              <a:buNone/>
              <a:defRPr sz="3124"/>
            </a:lvl8pPr>
            <a:lvl9pPr marL="7141464" indent="0" algn="ctr">
              <a:buNone/>
              <a:defRPr sz="312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E1240-A4C5-3C4C-9150-EFE70D104BAE}" type="datetimeFigureOut">
              <a:rPr lang="en-US" smtClean="0"/>
              <a:t>5/14/21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C9E5AB-FC0B-1441-8907-92D2447ED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5814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E1240-A4C5-3C4C-9150-EFE70D104BAE}" type="datetimeFigureOut">
              <a:rPr lang="en-US" smtClean="0"/>
              <a:t>5/14/21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C9E5AB-FC0B-1441-8907-92D2447ED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8107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4165" y="3601928"/>
            <a:ext cx="20531436" cy="6009898"/>
          </a:xfrm>
        </p:spPr>
        <p:txBody>
          <a:bodyPr anchor="b"/>
          <a:lstStyle>
            <a:lvl1pPr>
              <a:defRPr sz="1171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4165" y="9668682"/>
            <a:ext cx="20531436" cy="3160464"/>
          </a:xfrm>
        </p:spPr>
        <p:txBody>
          <a:bodyPr/>
          <a:lstStyle>
            <a:lvl1pPr marL="0" indent="0">
              <a:buNone/>
              <a:defRPr sz="4686">
                <a:solidFill>
                  <a:schemeClr val="tx1">
                    <a:tint val="75000"/>
                  </a:schemeClr>
                </a:solidFill>
              </a:defRPr>
            </a:lvl1pPr>
            <a:lvl2pPr marL="892683" indent="0">
              <a:buNone/>
              <a:defRPr sz="3905">
                <a:solidFill>
                  <a:schemeClr val="tx1">
                    <a:tint val="75000"/>
                  </a:schemeClr>
                </a:solidFill>
              </a:defRPr>
            </a:lvl2pPr>
            <a:lvl3pPr marL="1785366" indent="0">
              <a:buNone/>
              <a:defRPr sz="3515">
                <a:solidFill>
                  <a:schemeClr val="tx1">
                    <a:tint val="75000"/>
                  </a:schemeClr>
                </a:solidFill>
              </a:defRPr>
            </a:lvl3pPr>
            <a:lvl4pPr marL="2678049" indent="0">
              <a:buNone/>
              <a:defRPr sz="3124">
                <a:solidFill>
                  <a:schemeClr val="tx1">
                    <a:tint val="75000"/>
                  </a:schemeClr>
                </a:solidFill>
              </a:defRPr>
            </a:lvl4pPr>
            <a:lvl5pPr marL="3570732" indent="0">
              <a:buNone/>
              <a:defRPr sz="3124">
                <a:solidFill>
                  <a:schemeClr val="tx1">
                    <a:tint val="75000"/>
                  </a:schemeClr>
                </a:solidFill>
              </a:defRPr>
            </a:lvl5pPr>
            <a:lvl6pPr marL="4463415" indent="0">
              <a:buNone/>
              <a:defRPr sz="3124">
                <a:solidFill>
                  <a:schemeClr val="tx1">
                    <a:tint val="75000"/>
                  </a:schemeClr>
                </a:solidFill>
              </a:defRPr>
            </a:lvl6pPr>
            <a:lvl7pPr marL="5356098" indent="0">
              <a:buNone/>
              <a:defRPr sz="3124">
                <a:solidFill>
                  <a:schemeClr val="tx1">
                    <a:tint val="75000"/>
                  </a:schemeClr>
                </a:solidFill>
              </a:defRPr>
            </a:lvl7pPr>
            <a:lvl8pPr marL="6248781" indent="0">
              <a:buNone/>
              <a:defRPr sz="3124">
                <a:solidFill>
                  <a:schemeClr val="tx1">
                    <a:tint val="75000"/>
                  </a:schemeClr>
                </a:solidFill>
              </a:defRPr>
            </a:lvl8pPr>
            <a:lvl9pPr marL="7141464" indent="0">
              <a:buNone/>
              <a:defRPr sz="312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E1240-A4C5-3C4C-9150-EFE70D104BAE}" type="datetimeFigureOut">
              <a:rPr lang="en-US" smtClean="0"/>
              <a:t>5/14/21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C9E5AB-FC0B-1441-8907-92D2447ED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500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36564" y="3846068"/>
            <a:ext cx="10116939" cy="91670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51060" y="3846068"/>
            <a:ext cx="10116939" cy="91670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E1240-A4C5-3C4C-9150-EFE70D104BAE}" type="datetimeFigureOut">
              <a:rPr lang="en-US" smtClean="0"/>
              <a:t>5/14/21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C9E5AB-FC0B-1441-8907-92D2447ED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6097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9664" y="769215"/>
            <a:ext cx="20531436" cy="279258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9665" y="3541728"/>
            <a:ext cx="10070445" cy="1735746"/>
          </a:xfrm>
        </p:spPr>
        <p:txBody>
          <a:bodyPr anchor="b"/>
          <a:lstStyle>
            <a:lvl1pPr marL="0" indent="0">
              <a:buNone/>
              <a:defRPr sz="4686" b="1"/>
            </a:lvl1pPr>
            <a:lvl2pPr marL="892683" indent="0">
              <a:buNone/>
              <a:defRPr sz="3905" b="1"/>
            </a:lvl2pPr>
            <a:lvl3pPr marL="1785366" indent="0">
              <a:buNone/>
              <a:defRPr sz="3515" b="1"/>
            </a:lvl3pPr>
            <a:lvl4pPr marL="2678049" indent="0">
              <a:buNone/>
              <a:defRPr sz="3124" b="1"/>
            </a:lvl4pPr>
            <a:lvl5pPr marL="3570732" indent="0">
              <a:buNone/>
              <a:defRPr sz="3124" b="1"/>
            </a:lvl5pPr>
            <a:lvl6pPr marL="4463415" indent="0">
              <a:buNone/>
              <a:defRPr sz="3124" b="1"/>
            </a:lvl6pPr>
            <a:lvl7pPr marL="5356098" indent="0">
              <a:buNone/>
              <a:defRPr sz="3124" b="1"/>
            </a:lvl7pPr>
            <a:lvl8pPr marL="6248781" indent="0">
              <a:buNone/>
              <a:defRPr sz="3124" b="1"/>
            </a:lvl8pPr>
            <a:lvl9pPr marL="7141464" indent="0">
              <a:buNone/>
              <a:defRPr sz="31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39665" y="5277474"/>
            <a:ext cx="10070445" cy="77623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051060" y="3541728"/>
            <a:ext cx="10120040" cy="1735746"/>
          </a:xfrm>
        </p:spPr>
        <p:txBody>
          <a:bodyPr anchor="b"/>
          <a:lstStyle>
            <a:lvl1pPr marL="0" indent="0">
              <a:buNone/>
              <a:defRPr sz="4686" b="1"/>
            </a:lvl1pPr>
            <a:lvl2pPr marL="892683" indent="0">
              <a:buNone/>
              <a:defRPr sz="3905" b="1"/>
            </a:lvl2pPr>
            <a:lvl3pPr marL="1785366" indent="0">
              <a:buNone/>
              <a:defRPr sz="3515" b="1"/>
            </a:lvl3pPr>
            <a:lvl4pPr marL="2678049" indent="0">
              <a:buNone/>
              <a:defRPr sz="3124" b="1"/>
            </a:lvl4pPr>
            <a:lvl5pPr marL="3570732" indent="0">
              <a:buNone/>
              <a:defRPr sz="3124" b="1"/>
            </a:lvl5pPr>
            <a:lvl6pPr marL="4463415" indent="0">
              <a:buNone/>
              <a:defRPr sz="3124" b="1"/>
            </a:lvl6pPr>
            <a:lvl7pPr marL="5356098" indent="0">
              <a:buNone/>
              <a:defRPr sz="3124" b="1"/>
            </a:lvl7pPr>
            <a:lvl8pPr marL="6248781" indent="0">
              <a:buNone/>
              <a:defRPr sz="3124" b="1"/>
            </a:lvl8pPr>
            <a:lvl9pPr marL="7141464" indent="0">
              <a:buNone/>
              <a:defRPr sz="31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051060" y="5277474"/>
            <a:ext cx="10120040" cy="77623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E1240-A4C5-3C4C-9150-EFE70D104BAE}" type="datetimeFigureOut">
              <a:rPr lang="en-US" smtClean="0"/>
              <a:t>5/14/21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C9E5AB-FC0B-1441-8907-92D2447ED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3581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E1240-A4C5-3C4C-9150-EFE70D104BAE}" type="datetimeFigureOut">
              <a:rPr lang="en-US" smtClean="0"/>
              <a:t>5/14/21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C9E5AB-FC0B-1441-8907-92D2447ED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532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E1240-A4C5-3C4C-9150-EFE70D104BAE}" type="datetimeFigureOut">
              <a:rPr lang="en-US" smtClean="0"/>
              <a:t>5/14/21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C9E5AB-FC0B-1441-8907-92D2447ED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696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9665" y="963189"/>
            <a:ext cx="7677591" cy="3371162"/>
          </a:xfrm>
        </p:spPr>
        <p:txBody>
          <a:bodyPr anchor="b"/>
          <a:lstStyle>
            <a:lvl1pPr>
              <a:defRPr sz="624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20040" y="2080222"/>
            <a:ext cx="12051060" cy="10267329"/>
          </a:xfrm>
        </p:spPr>
        <p:txBody>
          <a:bodyPr/>
          <a:lstStyle>
            <a:lvl1pPr>
              <a:defRPr sz="6248"/>
            </a:lvl1pPr>
            <a:lvl2pPr>
              <a:defRPr sz="5467"/>
            </a:lvl2pPr>
            <a:lvl3pPr>
              <a:defRPr sz="4686"/>
            </a:lvl3pPr>
            <a:lvl4pPr>
              <a:defRPr sz="3905"/>
            </a:lvl4pPr>
            <a:lvl5pPr>
              <a:defRPr sz="3905"/>
            </a:lvl5pPr>
            <a:lvl6pPr>
              <a:defRPr sz="3905"/>
            </a:lvl6pPr>
            <a:lvl7pPr>
              <a:defRPr sz="3905"/>
            </a:lvl7pPr>
            <a:lvl8pPr>
              <a:defRPr sz="3905"/>
            </a:lvl8pPr>
            <a:lvl9pPr>
              <a:defRPr sz="390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9665" y="4334351"/>
            <a:ext cx="7677591" cy="8029922"/>
          </a:xfrm>
        </p:spPr>
        <p:txBody>
          <a:bodyPr/>
          <a:lstStyle>
            <a:lvl1pPr marL="0" indent="0">
              <a:buNone/>
              <a:defRPr sz="3124"/>
            </a:lvl1pPr>
            <a:lvl2pPr marL="892683" indent="0">
              <a:buNone/>
              <a:defRPr sz="2734"/>
            </a:lvl2pPr>
            <a:lvl3pPr marL="1785366" indent="0">
              <a:buNone/>
              <a:defRPr sz="2343"/>
            </a:lvl3pPr>
            <a:lvl4pPr marL="2678049" indent="0">
              <a:buNone/>
              <a:defRPr sz="1952"/>
            </a:lvl4pPr>
            <a:lvl5pPr marL="3570732" indent="0">
              <a:buNone/>
              <a:defRPr sz="1952"/>
            </a:lvl5pPr>
            <a:lvl6pPr marL="4463415" indent="0">
              <a:buNone/>
              <a:defRPr sz="1952"/>
            </a:lvl6pPr>
            <a:lvl7pPr marL="5356098" indent="0">
              <a:buNone/>
              <a:defRPr sz="1952"/>
            </a:lvl7pPr>
            <a:lvl8pPr marL="6248781" indent="0">
              <a:buNone/>
              <a:defRPr sz="1952"/>
            </a:lvl8pPr>
            <a:lvl9pPr marL="7141464" indent="0">
              <a:buNone/>
              <a:defRPr sz="195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E1240-A4C5-3C4C-9150-EFE70D104BAE}" type="datetimeFigureOut">
              <a:rPr lang="en-US" smtClean="0"/>
              <a:t>5/14/21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C9E5AB-FC0B-1441-8907-92D2447ED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2884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9665" y="963189"/>
            <a:ext cx="7677591" cy="3371162"/>
          </a:xfrm>
        </p:spPr>
        <p:txBody>
          <a:bodyPr anchor="b"/>
          <a:lstStyle>
            <a:lvl1pPr>
              <a:defRPr sz="624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120040" y="2080222"/>
            <a:ext cx="12051060" cy="10267329"/>
          </a:xfrm>
        </p:spPr>
        <p:txBody>
          <a:bodyPr anchor="t"/>
          <a:lstStyle>
            <a:lvl1pPr marL="0" indent="0">
              <a:buNone/>
              <a:defRPr sz="6248"/>
            </a:lvl1pPr>
            <a:lvl2pPr marL="892683" indent="0">
              <a:buNone/>
              <a:defRPr sz="5467"/>
            </a:lvl2pPr>
            <a:lvl3pPr marL="1785366" indent="0">
              <a:buNone/>
              <a:defRPr sz="4686"/>
            </a:lvl3pPr>
            <a:lvl4pPr marL="2678049" indent="0">
              <a:buNone/>
              <a:defRPr sz="3905"/>
            </a:lvl4pPr>
            <a:lvl5pPr marL="3570732" indent="0">
              <a:buNone/>
              <a:defRPr sz="3905"/>
            </a:lvl5pPr>
            <a:lvl6pPr marL="4463415" indent="0">
              <a:buNone/>
              <a:defRPr sz="3905"/>
            </a:lvl6pPr>
            <a:lvl7pPr marL="5356098" indent="0">
              <a:buNone/>
              <a:defRPr sz="3905"/>
            </a:lvl7pPr>
            <a:lvl8pPr marL="6248781" indent="0">
              <a:buNone/>
              <a:defRPr sz="3905"/>
            </a:lvl8pPr>
            <a:lvl9pPr marL="7141464" indent="0">
              <a:buNone/>
              <a:defRPr sz="390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9665" y="4334351"/>
            <a:ext cx="7677591" cy="8029922"/>
          </a:xfrm>
        </p:spPr>
        <p:txBody>
          <a:bodyPr/>
          <a:lstStyle>
            <a:lvl1pPr marL="0" indent="0">
              <a:buNone/>
              <a:defRPr sz="3124"/>
            </a:lvl1pPr>
            <a:lvl2pPr marL="892683" indent="0">
              <a:buNone/>
              <a:defRPr sz="2734"/>
            </a:lvl2pPr>
            <a:lvl3pPr marL="1785366" indent="0">
              <a:buNone/>
              <a:defRPr sz="2343"/>
            </a:lvl3pPr>
            <a:lvl4pPr marL="2678049" indent="0">
              <a:buNone/>
              <a:defRPr sz="1952"/>
            </a:lvl4pPr>
            <a:lvl5pPr marL="3570732" indent="0">
              <a:buNone/>
              <a:defRPr sz="1952"/>
            </a:lvl5pPr>
            <a:lvl6pPr marL="4463415" indent="0">
              <a:buNone/>
              <a:defRPr sz="1952"/>
            </a:lvl6pPr>
            <a:lvl7pPr marL="5356098" indent="0">
              <a:buNone/>
              <a:defRPr sz="1952"/>
            </a:lvl7pPr>
            <a:lvl8pPr marL="6248781" indent="0">
              <a:buNone/>
              <a:defRPr sz="1952"/>
            </a:lvl8pPr>
            <a:lvl9pPr marL="7141464" indent="0">
              <a:buNone/>
              <a:defRPr sz="195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E1240-A4C5-3C4C-9150-EFE70D104BAE}" type="datetimeFigureOut">
              <a:rPr lang="en-US" smtClean="0"/>
              <a:t>5/14/21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C9E5AB-FC0B-1441-8907-92D2447ED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9597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E1240-A4C5-3C4C-9150-EFE70D104BAE}" type="datetimeFigureOut">
              <a:rPr lang="en-US" smtClean="0"/>
              <a:t>5/14/21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C9E5AB-FC0B-1441-8907-92D2447ED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2465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035140" y="769214"/>
            <a:ext cx="5132859" cy="1224387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36564" y="769214"/>
            <a:ext cx="15101020" cy="122438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E1240-A4C5-3C4C-9150-EFE70D104BAE}" type="datetimeFigureOut">
              <a:rPr lang="en-US" smtClean="0"/>
              <a:t>5/14/21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C9E5AB-FC0B-1441-8907-92D2447ED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962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36564" y="769215"/>
            <a:ext cx="20531436" cy="27925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6564" y="3846068"/>
            <a:ext cx="20531436" cy="91670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36564" y="13391006"/>
            <a:ext cx="5356027" cy="769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34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6E1240-A4C5-3C4C-9150-EFE70D104BAE}" type="datetimeFigureOut">
              <a:rPr lang="en-US" smtClean="0"/>
              <a:t>5/14/21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885262" y="13391006"/>
            <a:ext cx="8034040" cy="769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4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811972" y="13391006"/>
            <a:ext cx="5356027" cy="769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34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C9E5AB-FC0B-1441-8907-92D2447ED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98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1785366" rtl="0" eaLnBrk="1" latinLnBrk="0" hangingPunct="1">
        <a:lnSpc>
          <a:spcPct val="90000"/>
        </a:lnSpc>
        <a:spcBef>
          <a:spcPct val="0"/>
        </a:spcBef>
        <a:buNone/>
        <a:defRPr sz="859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46342" indent="-446342" algn="l" defTabSz="1785366" rtl="0" eaLnBrk="1" latinLnBrk="0" hangingPunct="1">
        <a:lnSpc>
          <a:spcPct val="90000"/>
        </a:lnSpc>
        <a:spcBef>
          <a:spcPts val="1952"/>
        </a:spcBef>
        <a:buFont typeface="Arial" panose="020B0604020202020204" pitchFamily="34" charset="0"/>
        <a:buChar char="•"/>
        <a:defRPr sz="5467" kern="1200">
          <a:solidFill>
            <a:schemeClr val="tx1"/>
          </a:solidFill>
          <a:latin typeface="+mn-lt"/>
          <a:ea typeface="+mn-ea"/>
          <a:cs typeface="+mn-cs"/>
        </a:defRPr>
      </a:lvl1pPr>
      <a:lvl2pPr marL="1339025" indent="-446342" algn="l" defTabSz="1785366" rtl="0" eaLnBrk="1" latinLnBrk="0" hangingPunct="1">
        <a:lnSpc>
          <a:spcPct val="90000"/>
        </a:lnSpc>
        <a:spcBef>
          <a:spcPts val="976"/>
        </a:spcBef>
        <a:buFont typeface="Arial" panose="020B0604020202020204" pitchFamily="34" charset="0"/>
        <a:buChar char="•"/>
        <a:defRPr sz="4686" kern="1200">
          <a:solidFill>
            <a:schemeClr val="tx1"/>
          </a:solidFill>
          <a:latin typeface="+mn-lt"/>
          <a:ea typeface="+mn-ea"/>
          <a:cs typeface="+mn-cs"/>
        </a:defRPr>
      </a:lvl2pPr>
      <a:lvl3pPr marL="2231708" indent="-446342" algn="l" defTabSz="1785366" rtl="0" eaLnBrk="1" latinLnBrk="0" hangingPunct="1">
        <a:lnSpc>
          <a:spcPct val="90000"/>
        </a:lnSpc>
        <a:spcBef>
          <a:spcPts val="976"/>
        </a:spcBef>
        <a:buFont typeface="Arial" panose="020B0604020202020204" pitchFamily="34" charset="0"/>
        <a:buChar char="•"/>
        <a:defRPr sz="3905" kern="1200">
          <a:solidFill>
            <a:schemeClr val="tx1"/>
          </a:solidFill>
          <a:latin typeface="+mn-lt"/>
          <a:ea typeface="+mn-ea"/>
          <a:cs typeface="+mn-cs"/>
        </a:defRPr>
      </a:lvl3pPr>
      <a:lvl4pPr marL="3124391" indent="-446342" algn="l" defTabSz="1785366" rtl="0" eaLnBrk="1" latinLnBrk="0" hangingPunct="1">
        <a:lnSpc>
          <a:spcPct val="90000"/>
        </a:lnSpc>
        <a:spcBef>
          <a:spcPts val="976"/>
        </a:spcBef>
        <a:buFont typeface="Arial" panose="020B0604020202020204" pitchFamily="34" charset="0"/>
        <a:buChar char="•"/>
        <a:defRPr sz="3515" kern="1200">
          <a:solidFill>
            <a:schemeClr val="tx1"/>
          </a:solidFill>
          <a:latin typeface="+mn-lt"/>
          <a:ea typeface="+mn-ea"/>
          <a:cs typeface="+mn-cs"/>
        </a:defRPr>
      </a:lvl4pPr>
      <a:lvl5pPr marL="4017074" indent="-446342" algn="l" defTabSz="1785366" rtl="0" eaLnBrk="1" latinLnBrk="0" hangingPunct="1">
        <a:lnSpc>
          <a:spcPct val="90000"/>
        </a:lnSpc>
        <a:spcBef>
          <a:spcPts val="976"/>
        </a:spcBef>
        <a:buFont typeface="Arial" panose="020B0604020202020204" pitchFamily="34" charset="0"/>
        <a:buChar char="•"/>
        <a:defRPr sz="3515" kern="1200">
          <a:solidFill>
            <a:schemeClr val="tx1"/>
          </a:solidFill>
          <a:latin typeface="+mn-lt"/>
          <a:ea typeface="+mn-ea"/>
          <a:cs typeface="+mn-cs"/>
        </a:defRPr>
      </a:lvl5pPr>
      <a:lvl6pPr marL="4909757" indent="-446342" algn="l" defTabSz="1785366" rtl="0" eaLnBrk="1" latinLnBrk="0" hangingPunct="1">
        <a:lnSpc>
          <a:spcPct val="90000"/>
        </a:lnSpc>
        <a:spcBef>
          <a:spcPts val="976"/>
        </a:spcBef>
        <a:buFont typeface="Arial" panose="020B0604020202020204" pitchFamily="34" charset="0"/>
        <a:buChar char="•"/>
        <a:defRPr sz="3515" kern="1200">
          <a:solidFill>
            <a:schemeClr val="tx1"/>
          </a:solidFill>
          <a:latin typeface="+mn-lt"/>
          <a:ea typeface="+mn-ea"/>
          <a:cs typeface="+mn-cs"/>
        </a:defRPr>
      </a:lvl6pPr>
      <a:lvl7pPr marL="5802440" indent="-446342" algn="l" defTabSz="1785366" rtl="0" eaLnBrk="1" latinLnBrk="0" hangingPunct="1">
        <a:lnSpc>
          <a:spcPct val="90000"/>
        </a:lnSpc>
        <a:spcBef>
          <a:spcPts val="976"/>
        </a:spcBef>
        <a:buFont typeface="Arial" panose="020B0604020202020204" pitchFamily="34" charset="0"/>
        <a:buChar char="•"/>
        <a:defRPr sz="3515" kern="1200">
          <a:solidFill>
            <a:schemeClr val="tx1"/>
          </a:solidFill>
          <a:latin typeface="+mn-lt"/>
          <a:ea typeface="+mn-ea"/>
          <a:cs typeface="+mn-cs"/>
        </a:defRPr>
      </a:lvl7pPr>
      <a:lvl8pPr marL="6695123" indent="-446342" algn="l" defTabSz="1785366" rtl="0" eaLnBrk="1" latinLnBrk="0" hangingPunct="1">
        <a:lnSpc>
          <a:spcPct val="90000"/>
        </a:lnSpc>
        <a:spcBef>
          <a:spcPts val="976"/>
        </a:spcBef>
        <a:buFont typeface="Arial" panose="020B0604020202020204" pitchFamily="34" charset="0"/>
        <a:buChar char="•"/>
        <a:defRPr sz="3515" kern="1200">
          <a:solidFill>
            <a:schemeClr val="tx1"/>
          </a:solidFill>
          <a:latin typeface="+mn-lt"/>
          <a:ea typeface="+mn-ea"/>
          <a:cs typeface="+mn-cs"/>
        </a:defRPr>
      </a:lvl8pPr>
      <a:lvl9pPr marL="7587806" indent="-446342" algn="l" defTabSz="1785366" rtl="0" eaLnBrk="1" latinLnBrk="0" hangingPunct="1">
        <a:lnSpc>
          <a:spcPct val="90000"/>
        </a:lnSpc>
        <a:spcBef>
          <a:spcPts val="976"/>
        </a:spcBef>
        <a:buFont typeface="Arial" panose="020B0604020202020204" pitchFamily="34" charset="0"/>
        <a:buChar char="•"/>
        <a:defRPr sz="351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785366" rtl="0" eaLnBrk="1" latinLnBrk="0" hangingPunct="1">
        <a:defRPr sz="3515" kern="1200">
          <a:solidFill>
            <a:schemeClr val="tx1"/>
          </a:solidFill>
          <a:latin typeface="+mn-lt"/>
          <a:ea typeface="+mn-ea"/>
          <a:cs typeface="+mn-cs"/>
        </a:defRPr>
      </a:lvl1pPr>
      <a:lvl2pPr marL="892683" algn="l" defTabSz="1785366" rtl="0" eaLnBrk="1" latinLnBrk="0" hangingPunct="1">
        <a:defRPr sz="3515" kern="1200">
          <a:solidFill>
            <a:schemeClr val="tx1"/>
          </a:solidFill>
          <a:latin typeface="+mn-lt"/>
          <a:ea typeface="+mn-ea"/>
          <a:cs typeface="+mn-cs"/>
        </a:defRPr>
      </a:lvl2pPr>
      <a:lvl3pPr marL="1785366" algn="l" defTabSz="1785366" rtl="0" eaLnBrk="1" latinLnBrk="0" hangingPunct="1">
        <a:defRPr sz="3515" kern="1200">
          <a:solidFill>
            <a:schemeClr val="tx1"/>
          </a:solidFill>
          <a:latin typeface="+mn-lt"/>
          <a:ea typeface="+mn-ea"/>
          <a:cs typeface="+mn-cs"/>
        </a:defRPr>
      </a:lvl3pPr>
      <a:lvl4pPr marL="2678049" algn="l" defTabSz="1785366" rtl="0" eaLnBrk="1" latinLnBrk="0" hangingPunct="1">
        <a:defRPr sz="3515" kern="1200">
          <a:solidFill>
            <a:schemeClr val="tx1"/>
          </a:solidFill>
          <a:latin typeface="+mn-lt"/>
          <a:ea typeface="+mn-ea"/>
          <a:cs typeface="+mn-cs"/>
        </a:defRPr>
      </a:lvl4pPr>
      <a:lvl5pPr marL="3570732" algn="l" defTabSz="1785366" rtl="0" eaLnBrk="1" latinLnBrk="0" hangingPunct="1">
        <a:defRPr sz="3515" kern="1200">
          <a:solidFill>
            <a:schemeClr val="tx1"/>
          </a:solidFill>
          <a:latin typeface="+mn-lt"/>
          <a:ea typeface="+mn-ea"/>
          <a:cs typeface="+mn-cs"/>
        </a:defRPr>
      </a:lvl5pPr>
      <a:lvl6pPr marL="4463415" algn="l" defTabSz="1785366" rtl="0" eaLnBrk="1" latinLnBrk="0" hangingPunct="1">
        <a:defRPr sz="3515" kern="1200">
          <a:solidFill>
            <a:schemeClr val="tx1"/>
          </a:solidFill>
          <a:latin typeface="+mn-lt"/>
          <a:ea typeface="+mn-ea"/>
          <a:cs typeface="+mn-cs"/>
        </a:defRPr>
      </a:lvl6pPr>
      <a:lvl7pPr marL="5356098" algn="l" defTabSz="1785366" rtl="0" eaLnBrk="1" latinLnBrk="0" hangingPunct="1">
        <a:defRPr sz="3515" kern="1200">
          <a:solidFill>
            <a:schemeClr val="tx1"/>
          </a:solidFill>
          <a:latin typeface="+mn-lt"/>
          <a:ea typeface="+mn-ea"/>
          <a:cs typeface="+mn-cs"/>
        </a:defRPr>
      </a:lvl7pPr>
      <a:lvl8pPr marL="6248781" algn="l" defTabSz="1785366" rtl="0" eaLnBrk="1" latinLnBrk="0" hangingPunct="1">
        <a:defRPr sz="3515" kern="1200">
          <a:solidFill>
            <a:schemeClr val="tx1"/>
          </a:solidFill>
          <a:latin typeface="+mn-lt"/>
          <a:ea typeface="+mn-ea"/>
          <a:cs typeface="+mn-cs"/>
        </a:defRPr>
      </a:lvl8pPr>
      <a:lvl9pPr marL="7141464" algn="l" defTabSz="1785366" rtl="0" eaLnBrk="1" latinLnBrk="0" hangingPunct="1">
        <a:defRPr sz="35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線單箭頭接點 119">
            <a:extLst>
              <a:ext uri="{FF2B5EF4-FFF2-40B4-BE49-F238E27FC236}">
                <a16:creationId xmlns:a16="http://schemas.microsoft.com/office/drawing/2014/main" id="{BF7BECF4-2F29-6C49-8D10-98939ABF80B0}"/>
              </a:ext>
            </a:extLst>
          </p:cNvPr>
          <p:cNvCxnSpPr>
            <a:cxnSpLocks/>
          </p:cNvCxnSpPr>
          <p:nvPr/>
        </p:nvCxnSpPr>
        <p:spPr>
          <a:xfrm>
            <a:off x="1546167" y="3524697"/>
            <a:ext cx="4226062" cy="0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單箭頭接點 119">
            <a:extLst>
              <a:ext uri="{FF2B5EF4-FFF2-40B4-BE49-F238E27FC236}">
                <a16:creationId xmlns:a16="http://schemas.microsoft.com/office/drawing/2014/main" id="{8FE1F43B-789E-024D-B55B-57328BC0AAC4}"/>
              </a:ext>
            </a:extLst>
          </p:cNvPr>
          <p:cNvCxnSpPr>
            <a:cxnSpLocks/>
          </p:cNvCxnSpPr>
          <p:nvPr/>
        </p:nvCxnSpPr>
        <p:spPr>
          <a:xfrm>
            <a:off x="1546167" y="4404076"/>
            <a:ext cx="4226062" cy="0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線單箭頭接點 119">
            <a:extLst>
              <a:ext uri="{FF2B5EF4-FFF2-40B4-BE49-F238E27FC236}">
                <a16:creationId xmlns:a16="http://schemas.microsoft.com/office/drawing/2014/main" id="{18617703-8F31-EC41-B3C3-29EEFBC28815}"/>
              </a:ext>
            </a:extLst>
          </p:cNvPr>
          <p:cNvCxnSpPr>
            <a:cxnSpLocks/>
          </p:cNvCxnSpPr>
          <p:nvPr/>
        </p:nvCxnSpPr>
        <p:spPr>
          <a:xfrm>
            <a:off x="1546167" y="4942405"/>
            <a:ext cx="4337399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216">
            <a:extLst>
              <a:ext uri="{FF2B5EF4-FFF2-40B4-BE49-F238E27FC236}">
                <a16:creationId xmlns:a16="http://schemas.microsoft.com/office/drawing/2014/main" id="{1D696E9F-44A6-5B47-9A93-A2C4BDE4D35B}"/>
              </a:ext>
            </a:extLst>
          </p:cNvPr>
          <p:cNvSpPr/>
          <p:nvPr/>
        </p:nvSpPr>
        <p:spPr>
          <a:xfrm>
            <a:off x="5269159" y="4936122"/>
            <a:ext cx="63228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6" name="矩形 134">
            <a:extLst>
              <a:ext uri="{FF2B5EF4-FFF2-40B4-BE49-F238E27FC236}">
                <a16:creationId xmlns:a16="http://schemas.microsoft.com/office/drawing/2014/main" id="{7498321C-BC2E-6D4E-AA32-B4FCF72CBD1D}"/>
              </a:ext>
            </a:extLst>
          </p:cNvPr>
          <p:cNvSpPr/>
          <p:nvPr/>
        </p:nvSpPr>
        <p:spPr>
          <a:xfrm>
            <a:off x="2091397" y="4160936"/>
            <a:ext cx="479393" cy="24314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矩形 133">
            <a:extLst>
              <a:ext uri="{FF2B5EF4-FFF2-40B4-BE49-F238E27FC236}">
                <a16:creationId xmlns:a16="http://schemas.microsoft.com/office/drawing/2014/main" id="{2AD1A36F-FC57-2341-B8C5-9ACCB7DADB68}"/>
              </a:ext>
            </a:extLst>
          </p:cNvPr>
          <p:cNvSpPr/>
          <p:nvPr/>
        </p:nvSpPr>
        <p:spPr>
          <a:xfrm>
            <a:off x="1818782" y="3281557"/>
            <a:ext cx="276219" cy="24314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" name="直線單箭頭接點 198">
            <a:extLst>
              <a:ext uri="{FF2B5EF4-FFF2-40B4-BE49-F238E27FC236}">
                <a16:creationId xmlns:a16="http://schemas.microsoft.com/office/drawing/2014/main" id="{8D366D61-1694-7848-94FA-6CDF8A2C351A}"/>
              </a:ext>
            </a:extLst>
          </p:cNvPr>
          <p:cNvCxnSpPr>
            <a:cxnSpLocks/>
          </p:cNvCxnSpPr>
          <p:nvPr/>
        </p:nvCxnSpPr>
        <p:spPr>
          <a:xfrm>
            <a:off x="1818782" y="3127605"/>
            <a:ext cx="0" cy="397092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33">
            <a:extLst>
              <a:ext uri="{FF2B5EF4-FFF2-40B4-BE49-F238E27FC236}">
                <a16:creationId xmlns:a16="http://schemas.microsoft.com/office/drawing/2014/main" id="{14E1D7F6-F3C1-EF43-86F4-BF2DC8D90D20}"/>
              </a:ext>
            </a:extLst>
          </p:cNvPr>
          <p:cNvSpPr/>
          <p:nvPr/>
        </p:nvSpPr>
        <p:spPr>
          <a:xfrm>
            <a:off x="2696523" y="3281557"/>
            <a:ext cx="276219" cy="24314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2" name="直線單箭頭接點 198">
            <a:extLst>
              <a:ext uri="{FF2B5EF4-FFF2-40B4-BE49-F238E27FC236}">
                <a16:creationId xmlns:a16="http://schemas.microsoft.com/office/drawing/2014/main" id="{E462D7E7-51A4-E14C-97BA-9A1FF725C891}"/>
              </a:ext>
            </a:extLst>
          </p:cNvPr>
          <p:cNvCxnSpPr>
            <a:cxnSpLocks/>
          </p:cNvCxnSpPr>
          <p:nvPr/>
        </p:nvCxnSpPr>
        <p:spPr>
          <a:xfrm>
            <a:off x="2696523" y="3127605"/>
            <a:ext cx="0" cy="397092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 133">
            <a:extLst>
              <a:ext uri="{FF2B5EF4-FFF2-40B4-BE49-F238E27FC236}">
                <a16:creationId xmlns:a16="http://schemas.microsoft.com/office/drawing/2014/main" id="{E38F0FF6-798D-D847-BF82-64F1F3A57074}"/>
              </a:ext>
            </a:extLst>
          </p:cNvPr>
          <p:cNvSpPr/>
          <p:nvPr/>
        </p:nvSpPr>
        <p:spPr>
          <a:xfrm>
            <a:off x="3574264" y="3281557"/>
            <a:ext cx="276219" cy="24314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4" name="直線單箭頭接點 198">
            <a:extLst>
              <a:ext uri="{FF2B5EF4-FFF2-40B4-BE49-F238E27FC236}">
                <a16:creationId xmlns:a16="http://schemas.microsoft.com/office/drawing/2014/main" id="{498303D8-213D-F742-B947-59530F6E6930}"/>
              </a:ext>
            </a:extLst>
          </p:cNvPr>
          <p:cNvCxnSpPr>
            <a:cxnSpLocks/>
          </p:cNvCxnSpPr>
          <p:nvPr/>
        </p:nvCxnSpPr>
        <p:spPr>
          <a:xfrm>
            <a:off x="3574264" y="3127605"/>
            <a:ext cx="0" cy="397092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98">
            <a:extLst>
              <a:ext uri="{FF2B5EF4-FFF2-40B4-BE49-F238E27FC236}">
                <a16:creationId xmlns:a16="http://schemas.microsoft.com/office/drawing/2014/main" id="{22D4D555-9F63-014C-A726-F3F2DFC77986}"/>
              </a:ext>
            </a:extLst>
          </p:cNvPr>
          <p:cNvCxnSpPr>
            <a:cxnSpLocks/>
          </p:cNvCxnSpPr>
          <p:nvPr/>
        </p:nvCxnSpPr>
        <p:spPr>
          <a:xfrm>
            <a:off x="1818782" y="4006984"/>
            <a:ext cx="0" cy="397092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34">
            <a:extLst>
              <a:ext uri="{FF2B5EF4-FFF2-40B4-BE49-F238E27FC236}">
                <a16:creationId xmlns:a16="http://schemas.microsoft.com/office/drawing/2014/main" id="{7BE60200-5F1C-324A-8D12-936266D1039C}"/>
              </a:ext>
            </a:extLst>
          </p:cNvPr>
          <p:cNvSpPr/>
          <p:nvPr/>
        </p:nvSpPr>
        <p:spPr>
          <a:xfrm>
            <a:off x="3271927" y="4160936"/>
            <a:ext cx="302338" cy="24314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7" name="直線單箭頭接點 198">
            <a:extLst>
              <a:ext uri="{FF2B5EF4-FFF2-40B4-BE49-F238E27FC236}">
                <a16:creationId xmlns:a16="http://schemas.microsoft.com/office/drawing/2014/main" id="{0729EFCC-E88D-5A40-B520-8F879D272325}"/>
              </a:ext>
            </a:extLst>
          </p:cNvPr>
          <p:cNvCxnSpPr>
            <a:cxnSpLocks/>
          </p:cNvCxnSpPr>
          <p:nvPr/>
        </p:nvCxnSpPr>
        <p:spPr>
          <a:xfrm>
            <a:off x="3271926" y="4006984"/>
            <a:ext cx="0" cy="397092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矩形 134">
            <a:extLst>
              <a:ext uri="{FF2B5EF4-FFF2-40B4-BE49-F238E27FC236}">
                <a16:creationId xmlns:a16="http://schemas.microsoft.com/office/drawing/2014/main" id="{448AD464-C214-9541-A986-EE15F3C3912A}"/>
              </a:ext>
            </a:extLst>
          </p:cNvPr>
          <p:cNvSpPr/>
          <p:nvPr/>
        </p:nvSpPr>
        <p:spPr>
          <a:xfrm>
            <a:off x="4725069" y="4160936"/>
            <a:ext cx="479393" cy="24314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9" name="直線單箭頭接點 198">
            <a:extLst>
              <a:ext uri="{FF2B5EF4-FFF2-40B4-BE49-F238E27FC236}">
                <a16:creationId xmlns:a16="http://schemas.microsoft.com/office/drawing/2014/main" id="{B8B48864-5319-0945-B465-D6140B320A2B}"/>
              </a:ext>
            </a:extLst>
          </p:cNvPr>
          <p:cNvCxnSpPr>
            <a:cxnSpLocks/>
          </p:cNvCxnSpPr>
          <p:nvPr/>
        </p:nvCxnSpPr>
        <p:spPr>
          <a:xfrm>
            <a:off x="4725069" y="4006984"/>
            <a:ext cx="0" cy="397092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矩形 133">
            <a:extLst>
              <a:ext uri="{FF2B5EF4-FFF2-40B4-BE49-F238E27FC236}">
                <a16:creationId xmlns:a16="http://schemas.microsoft.com/office/drawing/2014/main" id="{2D8A5EC3-AB24-C84B-B174-219AC44C5E86}"/>
              </a:ext>
            </a:extLst>
          </p:cNvPr>
          <p:cNvSpPr/>
          <p:nvPr/>
        </p:nvSpPr>
        <p:spPr>
          <a:xfrm>
            <a:off x="4452005" y="3281557"/>
            <a:ext cx="276219" cy="24314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1" name="直線單箭頭接點 198">
            <a:extLst>
              <a:ext uri="{FF2B5EF4-FFF2-40B4-BE49-F238E27FC236}">
                <a16:creationId xmlns:a16="http://schemas.microsoft.com/office/drawing/2014/main" id="{82F32A0E-68C5-8841-AC61-CAA47B91CD61}"/>
              </a:ext>
            </a:extLst>
          </p:cNvPr>
          <p:cNvCxnSpPr>
            <a:cxnSpLocks/>
          </p:cNvCxnSpPr>
          <p:nvPr/>
        </p:nvCxnSpPr>
        <p:spPr>
          <a:xfrm>
            <a:off x="4452005" y="3127605"/>
            <a:ext cx="0" cy="397092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Arc 21">
            <a:extLst>
              <a:ext uri="{FF2B5EF4-FFF2-40B4-BE49-F238E27FC236}">
                <a16:creationId xmlns:a16="http://schemas.microsoft.com/office/drawing/2014/main" id="{C94CFFE6-E704-D143-8E15-D0C6A592E016}"/>
              </a:ext>
            </a:extLst>
          </p:cNvPr>
          <p:cNvSpPr/>
          <p:nvPr/>
        </p:nvSpPr>
        <p:spPr>
          <a:xfrm rot="10800000">
            <a:off x="1792035" y="3240259"/>
            <a:ext cx="925351" cy="447973"/>
          </a:xfrm>
          <a:prstGeom prst="arc">
            <a:avLst>
              <a:gd name="adj1" fmla="val 11468453"/>
              <a:gd name="adj2" fmla="val 21080942"/>
            </a:avLst>
          </a:prstGeom>
          <a:ln w="12700">
            <a:solidFill>
              <a:schemeClr val="tx1"/>
            </a:solidFill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Arc 23">
            <a:extLst>
              <a:ext uri="{FF2B5EF4-FFF2-40B4-BE49-F238E27FC236}">
                <a16:creationId xmlns:a16="http://schemas.microsoft.com/office/drawing/2014/main" id="{2D0CB2C8-7C97-FD41-858C-1FCCAAE6197E}"/>
              </a:ext>
            </a:extLst>
          </p:cNvPr>
          <p:cNvSpPr/>
          <p:nvPr/>
        </p:nvSpPr>
        <p:spPr>
          <a:xfrm rot="10800000">
            <a:off x="2682273" y="3240259"/>
            <a:ext cx="925351" cy="447973"/>
          </a:xfrm>
          <a:prstGeom prst="arc">
            <a:avLst>
              <a:gd name="adj1" fmla="val 11468453"/>
              <a:gd name="adj2" fmla="val 21080942"/>
            </a:avLst>
          </a:prstGeom>
          <a:ln w="12700">
            <a:solidFill>
              <a:schemeClr val="tx1"/>
            </a:solidFill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Arc 24">
            <a:extLst>
              <a:ext uri="{FF2B5EF4-FFF2-40B4-BE49-F238E27FC236}">
                <a16:creationId xmlns:a16="http://schemas.microsoft.com/office/drawing/2014/main" id="{4D6607A4-A0C5-E347-8BAF-38239890132B}"/>
              </a:ext>
            </a:extLst>
          </p:cNvPr>
          <p:cNvSpPr/>
          <p:nvPr/>
        </p:nvSpPr>
        <p:spPr>
          <a:xfrm rot="10800000">
            <a:off x="3550459" y="3240259"/>
            <a:ext cx="925351" cy="447973"/>
          </a:xfrm>
          <a:prstGeom prst="arc">
            <a:avLst>
              <a:gd name="adj1" fmla="val 11468453"/>
              <a:gd name="adj2" fmla="val 21080942"/>
            </a:avLst>
          </a:prstGeom>
          <a:ln w="12700">
            <a:solidFill>
              <a:schemeClr val="tx1"/>
            </a:solidFill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8A5AFF75-A03F-A443-9EEC-41639DAE3C96}"/>
              </a:ext>
            </a:extLst>
          </p:cNvPr>
          <p:cNvSpPr/>
          <p:nvPr/>
        </p:nvSpPr>
        <p:spPr>
          <a:xfrm rot="10800000">
            <a:off x="4437815" y="3240259"/>
            <a:ext cx="925351" cy="447973"/>
          </a:xfrm>
          <a:prstGeom prst="arc">
            <a:avLst>
              <a:gd name="adj1" fmla="val 11468453"/>
              <a:gd name="adj2" fmla="val 21080942"/>
            </a:avLst>
          </a:prstGeom>
          <a:ln w="12700">
            <a:solidFill>
              <a:schemeClr val="tx1"/>
            </a:solidFill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0CD17782-1373-AC40-9A03-0104B25D9A02}"/>
              </a:ext>
            </a:extLst>
          </p:cNvPr>
          <p:cNvSpPr/>
          <p:nvPr/>
        </p:nvSpPr>
        <p:spPr>
          <a:xfrm rot="10800000">
            <a:off x="1802909" y="4174417"/>
            <a:ext cx="1484892" cy="397091"/>
          </a:xfrm>
          <a:prstGeom prst="arc">
            <a:avLst>
              <a:gd name="adj1" fmla="val 11114947"/>
              <a:gd name="adj2" fmla="val 21337377"/>
            </a:avLst>
          </a:prstGeom>
          <a:ln w="12700">
            <a:solidFill>
              <a:schemeClr val="tx1"/>
            </a:solidFill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Arc 28">
            <a:extLst>
              <a:ext uri="{FF2B5EF4-FFF2-40B4-BE49-F238E27FC236}">
                <a16:creationId xmlns:a16="http://schemas.microsoft.com/office/drawing/2014/main" id="{9AB9A19F-3A16-554C-9322-29263F651FE4}"/>
              </a:ext>
            </a:extLst>
          </p:cNvPr>
          <p:cNvSpPr/>
          <p:nvPr/>
        </p:nvSpPr>
        <p:spPr>
          <a:xfrm rot="10800000">
            <a:off x="3247505" y="4174417"/>
            <a:ext cx="1484892" cy="397091"/>
          </a:xfrm>
          <a:prstGeom prst="arc">
            <a:avLst>
              <a:gd name="adj1" fmla="val 11114947"/>
              <a:gd name="adj2" fmla="val 21337377"/>
            </a:avLst>
          </a:prstGeom>
          <a:ln w="12700">
            <a:solidFill>
              <a:schemeClr val="tx1"/>
            </a:solidFill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Arc 128">
            <a:extLst>
              <a:ext uri="{FF2B5EF4-FFF2-40B4-BE49-F238E27FC236}">
                <a16:creationId xmlns:a16="http://schemas.microsoft.com/office/drawing/2014/main" id="{C218E410-5C24-EB47-A110-8E909101196D}"/>
              </a:ext>
            </a:extLst>
          </p:cNvPr>
          <p:cNvSpPr/>
          <p:nvPr/>
        </p:nvSpPr>
        <p:spPr>
          <a:xfrm rot="10800000">
            <a:off x="4721364" y="4372964"/>
            <a:ext cx="1008875" cy="198546"/>
          </a:xfrm>
          <a:custGeom>
            <a:avLst/>
            <a:gdLst>
              <a:gd name="connsiteX0" fmla="*/ 40281 w 1484892"/>
              <a:gd name="connsiteY0" fmla="*/ 134037 h 397091"/>
              <a:gd name="connsiteX1" fmla="*/ 743957 w 1484892"/>
              <a:gd name="connsiteY1" fmla="*/ 0 h 397091"/>
              <a:gd name="connsiteX2" fmla="*/ 1456229 w 1484892"/>
              <a:gd name="connsiteY2" fmla="*/ 143911 h 397091"/>
              <a:gd name="connsiteX3" fmla="*/ 742446 w 1484892"/>
              <a:gd name="connsiteY3" fmla="*/ 198546 h 397091"/>
              <a:gd name="connsiteX4" fmla="*/ 40281 w 1484892"/>
              <a:gd name="connsiteY4" fmla="*/ 134037 h 397091"/>
              <a:gd name="connsiteX0" fmla="*/ 40281 w 1484892"/>
              <a:gd name="connsiteY0" fmla="*/ 134037 h 397091"/>
              <a:gd name="connsiteX1" fmla="*/ 743957 w 1484892"/>
              <a:gd name="connsiteY1" fmla="*/ 0 h 397091"/>
              <a:gd name="connsiteX2" fmla="*/ 1456229 w 1484892"/>
              <a:gd name="connsiteY2" fmla="*/ 143911 h 397091"/>
              <a:gd name="connsiteX0" fmla="*/ 0 w 1415948"/>
              <a:gd name="connsiteY0" fmla="*/ 144748 h 209257"/>
              <a:gd name="connsiteX1" fmla="*/ 703676 w 1415948"/>
              <a:gd name="connsiteY1" fmla="*/ 10711 h 209257"/>
              <a:gd name="connsiteX2" fmla="*/ 1415948 w 1415948"/>
              <a:gd name="connsiteY2" fmla="*/ 154622 h 209257"/>
              <a:gd name="connsiteX3" fmla="*/ 702165 w 1415948"/>
              <a:gd name="connsiteY3" fmla="*/ 209257 h 209257"/>
              <a:gd name="connsiteX4" fmla="*/ 0 w 1415948"/>
              <a:gd name="connsiteY4" fmla="*/ 144748 h 209257"/>
              <a:gd name="connsiteX0" fmla="*/ 0 w 1415948"/>
              <a:gd name="connsiteY0" fmla="*/ 144748 h 209257"/>
              <a:gd name="connsiteX1" fmla="*/ 407073 w 1415948"/>
              <a:gd name="connsiteY1" fmla="*/ 25514 h 209257"/>
              <a:gd name="connsiteX2" fmla="*/ 703676 w 1415948"/>
              <a:gd name="connsiteY2" fmla="*/ 10711 h 209257"/>
              <a:gd name="connsiteX3" fmla="*/ 1415948 w 1415948"/>
              <a:gd name="connsiteY3" fmla="*/ 154622 h 209257"/>
              <a:gd name="connsiteX0" fmla="*/ 0 w 1415948"/>
              <a:gd name="connsiteY0" fmla="*/ 156187 h 220696"/>
              <a:gd name="connsiteX1" fmla="*/ 703676 w 1415948"/>
              <a:gd name="connsiteY1" fmla="*/ 22150 h 220696"/>
              <a:gd name="connsiteX2" fmla="*/ 1415948 w 1415948"/>
              <a:gd name="connsiteY2" fmla="*/ 166061 h 220696"/>
              <a:gd name="connsiteX3" fmla="*/ 702165 w 1415948"/>
              <a:gd name="connsiteY3" fmla="*/ 220696 h 220696"/>
              <a:gd name="connsiteX4" fmla="*/ 0 w 1415948"/>
              <a:gd name="connsiteY4" fmla="*/ 156187 h 220696"/>
              <a:gd name="connsiteX0" fmla="*/ 0 w 1415948"/>
              <a:gd name="connsiteY0" fmla="*/ 156187 h 220696"/>
              <a:gd name="connsiteX1" fmla="*/ 407073 w 1415948"/>
              <a:gd name="connsiteY1" fmla="*/ 36953 h 220696"/>
              <a:gd name="connsiteX2" fmla="*/ 703676 w 1415948"/>
              <a:gd name="connsiteY2" fmla="*/ 22150 h 220696"/>
              <a:gd name="connsiteX3" fmla="*/ 1415948 w 1415948"/>
              <a:gd name="connsiteY3" fmla="*/ 166061 h 220696"/>
              <a:gd name="connsiteX0" fmla="*/ 0 w 1415948"/>
              <a:gd name="connsiteY0" fmla="*/ 143769 h 208278"/>
              <a:gd name="connsiteX1" fmla="*/ 703676 w 1415948"/>
              <a:gd name="connsiteY1" fmla="*/ 9732 h 208278"/>
              <a:gd name="connsiteX2" fmla="*/ 1415948 w 1415948"/>
              <a:gd name="connsiteY2" fmla="*/ 153643 h 208278"/>
              <a:gd name="connsiteX3" fmla="*/ 702165 w 1415948"/>
              <a:gd name="connsiteY3" fmla="*/ 208278 h 208278"/>
              <a:gd name="connsiteX4" fmla="*/ 0 w 1415948"/>
              <a:gd name="connsiteY4" fmla="*/ 143769 h 208278"/>
              <a:gd name="connsiteX0" fmla="*/ 0 w 1415948"/>
              <a:gd name="connsiteY0" fmla="*/ 143769 h 208278"/>
              <a:gd name="connsiteX1" fmla="*/ 407073 w 1415948"/>
              <a:gd name="connsiteY1" fmla="*/ 24535 h 208278"/>
              <a:gd name="connsiteX2" fmla="*/ 703676 w 1415948"/>
              <a:gd name="connsiteY2" fmla="*/ 9732 h 208278"/>
              <a:gd name="connsiteX3" fmla="*/ 1415948 w 1415948"/>
              <a:gd name="connsiteY3" fmla="*/ 153643 h 208278"/>
              <a:gd name="connsiteX0" fmla="*/ 0 w 1415948"/>
              <a:gd name="connsiteY0" fmla="*/ 143769 h 208278"/>
              <a:gd name="connsiteX1" fmla="*/ 703676 w 1415948"/>
              <a:gd name="connsiteY1" fmla="*/ 9732 h 208278"/>
              <a:gd name="connsiteX2" fmla="*/ 1415948 w 1415948"/>
              <a:gd name="connsiteY2" fmla="*/ 153643 h 208278"/>
              <a:gd name="connsiteX3" fmla="*/ 702165 w 1415948"/>
              <a:gd name="connsiteY3" fmla="*/ 208278 h 208278"/>
              <a:gd name="connsiteX4" fmla="*/ 0 w 1415948"/>
              <a:gd name="connsiteY4" fmla="*/ 143769 h 208278"/>
              <a:gd name="connsiteX0" fmla="*/ 407073 w 1415948"/>
              <a:gd name="connsiteY0" fmla="*/ 24535 h 208278"/>
              <a:gd name="connsiteX1" fmla="*/ 703676 w 1415948"/>
              <a:gd name="connsiteY1" fmla="*/ 9732 h 208278"/>
              <a:gd name="connsiteX2" fmla="*/ 1415948 w 1415948"/>
              <a:gd name="connsiteY2" fmla="*/ 153643 h 208278"/>
              <a:gd name="connsiteX0" fmla="*/ 295092 w 1008875"/>
              <a:gd name="connsiteY0" fmla="*/ 208278 h 208278"/>
              <a:gd name="connsiteX1" fmla="*/ 296603 w 1008875"/>
              <a:gd name="connsiteY1" fmla="*/ 9732 h 208278"/>
              <a:gd name="connsiteX2" fmla="*/ 1008875 w 1008875"/>
              <a:gd name="connsiteY2" fmla="*/ 153643 h 208278"/>
              <a:gd name="connsiteX3" fmla="*/ 295092 w 1008875"/>
              <a:gd name="connsiteY3" fmla="*/ 208278 h 208278"/>
              <a:gd name="connsiteX0" fmla="*/ 0 w 1008875"/>
              <a:gd name="connsiteY0" fmla="*/ 24535 h 208278"/>
              <a:gd name="connsiteX1" fmla="*/ 296603 w 1008875"/>
              <a:gd name="connsiteY1" fmla="*/ 9732 h 208278"/>
              <a:gd name="connsiteX2" fmla="*/ 1008875 w 1008875"/>
              <a:gd name="connsiteY2" fmla="*/ 153643 h 208278"/>
              <a:gd name="connsiteX0" fmla="*/ 295092 w 1008875"/>
              <a:gd name="connsiteY0" fmla="*/ 201864 h 201864"/>
              <a:gd name="connsiteX1" fmla="*/ 296603 w 1008875"/>
              <a:gd name="connsiteY1" fmla="*/ 3318 h 201864"/>
              <a:gd name="connsiteX2" fmla="*/ 1008875 w 1008875"/>
              <a:gd name="connsiteY2" fmla="*/ 147229 h 201864"/>
              <a:gd name="connsiteX3" fmla="*/ 295092 w 1008875"/>
              <a:gd name="connsiteY3" fmla="*/ 201864 h 201864"/>
              <a:gd name="connsiteX0" fmla="*/ 0 w 1008875"/>
              <a:gd name="connsiteY0" fmla="*/ 18121 h 201864"/>
              <a:gd name="connsiteX1" fmla="*/ 296603 w 1008875"/>
              <a:gd name="connsiteY1" fmla="*/ 3318 h 201864"/>
              <a:gd name="connsiteX2" fmla="*/ 1008875 w 1008875"/>
              <a:gd name="connsiteY2" fmla="*/ 147229 h 201864"/>
              <a:gd name="connsiteX0" fmla="*/ 295092 w 1008875"/>
              <a:gd name="connsiteY0" fmla="*/ 198546 h 198546"/>
              <a:gd name="connsiteX1" fmla="*/ 296603 w 1008875"/>
              <a:gd name="connsiteY1" fmla="*/ 0 h 198546"/>
              <a:gd name="connsiteX2" fmla="*/ 1008875 w 1008875"/>
              <a:gd name="connsiteY2" fmla="*/ 143911 h 198546"/>
              <a:gd name="connsiteX3" fmla="*/ 295092 w 1008875"/>
              <a:gd name="connsiteY3" fmla="*/ 198546 h 198546"/>
              <a:gd name="connsiteX0" fmla="*/ 0 w 1008875"/>
              <a:gd name="connsiteY0" fmla="*/ 14803 h 198546"/>
              <a:gd name="connsiteX1" fmla="*/ 296603 w 1008875"/>
              <a:gd name="connsiteY1" fmla="*/ 0 h 198546"/>
              <a:gd name="connsiteX2" fmla="*/ 1008875 w 1008875"/>
              <a:gd name="connsiteY2" fmla="*/ 143911 h 198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08875" h="198546" stroke="0" extrusionOk="0">
                <a:moveTo>
                  <a:pt x="295092" y="198546"/>
                </a:moveTo>
                <a:cubicBezTo>
                  <a:pt x="295596" y="132364"/>
                  <a:pt x="296099" y="66182"/>
                  <a:pt x="296603" y="0"/>
                </a:cubicBezTo>
                <a:cubicBezTo>
                  <a:pt x="627400" y="180"/>
                  <a:pt x="917848" y="58863"/>
                  <a:pt x="1008875" y="143911"/>
                </a:cubicBezTo>
                <a:lnTo>
                  <a:pt x="295092" y="198546"/>
                </a:lnTo>
                <a:close/>
              </a:path>
              <a:path w="1008875" h="198546" fill="none">
                <a:moveTo>
                  <a:pt x="0" y="14803"/>
                </a:moveTo>
                <a:lnTo>
                  <a:pt x="296603" y="0"/>
                </a:lnTo>
                <a:cubicBezTo>
                  <a:pt x="627400" y="180"/>
                  <a:pt x="917848" y="58863"/>
                  <a:pt x="1008875" y="143911"/>
                </a:cubicBezTo>
              </a:path>
            </a:pathLst>
          </a:cu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矩形 133">
            <a:extLst>
              <a:ext uri="{FF2B5EF4-FFF2-40B4-BE49-F238E27FC236}">
                <a16:creationId xmlns:a16="http://schemas.microsoft.com/office/drawing/2014/main" id="{76F9477C-A2CC-5E4B-845E-D85791DA3A14}"/>
              </a:ext>
            </a:extLst>
          </p:cNvPr>
          <p:cNvSpPr/>
          <p:nvPr/>
        </p:nvSpPr>
        <p:spPr>
          <a:xfrm>
            <a:off x="5329748" y="3281557"/>
            <a:ext cx="276219" cy="24314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直線單箭頭接點 198">
            <a:extLst>
              <a:ext uri="{FF2B5EF4-FFF2-40B4-BE49-F238E27FC236}">
                <a16:creationId xmlns:a16="http://schemas.microsoft.com/office/drawing/2014/main" id="{A52CC1F9-D98E-074B-A5C2-ED6F12DC5374}"/>
              </a:ext>
            </a:extLst>
          </p:cNvPr>
          <p:cNvCxnSpPr>
            <a:cxnSpLocks/>
          </p:cNvCxnSpPr>
          <p:nvPr/>
        </p:nvCxnSpPr>
        <p:spPr>
          <a:xfrm>
            <a:off x="5329748" y="3127605"/>
            <a:ext cx="0" cy="397092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矩形 134">
            <a:extLst>
              <a:ext uri="{FF2B5EF4-FFF2-40B4-BE49-F238E27FC236}">
                <a16:creationId xmlns:a16="http://schemas.microsoft.com/office/drawing/2014/main" id="{B38B0435-A6D2-8740-B43A-5440FFD16CA1}"/>
              </a:ext>
            </a:extLst>
          </p:cNvPr>
          <p:cNvSpPr/>
          <p:nvPr/>
        </p:nvSpPr>
        <p:spPr>
          <a:xfrm>
            <a:off x="3846877" y="4160936"/>
            <a:ext cx="177055" cy="24314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Arc 136">
            <a:extLst>
              <a:ext uri="{FF2B5EF4-FFF2-40B4-BE49-F238E27FC236}">
                <a16:creationId xmlns:a16="http://schemas.microsoft.com/office/drawing/2014/main" id="{1BC0B94B-F368-304C-A76B-E7840295E684}"/>
              </a:ext>
            </a:extLst>
          </p:cNvPr>
          <p:cNvSpPr/>
          <p:nvPr/>
        </p:nvSpPr>
        <p:spPr>
          <a:xfrm rot="10800000">
            <a:off x="5330837" y="3464245"/>
            <a:ext cx="441391" cy="223975"/>
          </a:xfrm>
          <a:custGeom>
            <a:avLst/>
            <a:gdLst>
              <a:gd name="connsiteX0" fmla="*/ 34103 w 925351"/>
              <a:gd name="connsiteY0" fmla="*/ 139586 h 447973"/>
              <a:gd name="connsiteX1" fmla="*/ 467543 w 925351"/>
              <a:gd name="connsiteY1" fmla="*/ 12 h 447973"/>
              <a:gd name="connsiteX2" fmla="*/ 904067 w 925351"/>
              <a:gd name="connsiteY2" fmla="*/ 156831 h 447973"/>
              <a:gd name="connsiteX3" fmla="*/ 462676 w 925351"/>
              <a:gd name="connsiteY3" fmla="*/ 223987 h 447973"/>
              <a:gd name="connsiteX4" fmla="*/ 34103 w 925351"/>
              <a:gd name="connsiteY4" fmla="*/ 139586 h 447973"/>
              <a:gd name="connsiteX0" fmla="*/ 34103 w 925351"/>
              <a:gd name="connsiteY0" fmla="*/ 139586 h 447973"/>
              <a:gd name="connsiteX1" fmla="*/ 467543 w 925351"/>
              <a:gd name="connsiteY1" fmla="*/ 12 h 447973"/>
              <a:gd name="connsiteX2" fmla="*/ 904067 w 925351"/>
              <a:gd name="connsiteY2" fmla="*/ 156831 h 447973"/>
              <a:gd name="connsiteX0" fmla="*/ 0 w 869964"/>
              <a:gd name="connsiteY0" fmla="*/ 139586 h 223987"/>
              <a:gd name="connsiteX1" fmla="*/ 433440 w 869964"/>
              <a:gd name="connsiteY1" fmla="*/ 12 h 223987"/>
              <a:gd name="connsiteX2" fmla="*/ 869964 w 869964"/>
              <a:gd name="connsiteY2" fmla="*/ 156831 h 223987"/>
              <a:gd name="connsiteX3" fmla="*/ 428573 w 869964"/>
              <a:gd name="connsiteY3" fmla="*/ 223987 h 223987"/>
              <a:gd name="connsiteX4" fmla="*/ 0 w 869964"/>
              <a:gd name="connsiteY4" fmla="*/ 139586 h 223987"/>
              <a:gd name="connsiteX0" fmla="*/ 433440 w 869964"/>
              <a:gd name="connsiteY0" fmla="*/ 12 h 223987"/>
              <a:gd name="connsiteX1" fmla="*/ 869964 w 869964"/>
              <a:gd name="connsiteY1" fmla="*/ 156831 h 223987"/>
              <a:gd name="connsiteX0" fmla="*/ 0 w 441391"/>
              <a:gd name="connsiteY0" fmla="*/ 223975 h 223975"/>
              <a:gd name="connsiteX1" fmla="*/ 4867 w 441391"/>
              <a:gd name="connsiteY1" fmla="*/ 0 h 223975"/>
              <a:gd name="connsiteX2" fmla="*/ 441391 w 441391"/>
              <a:gd name="connsiteY2" fmla="*/ 156819 h 223975"/>
              <a:gd name="connsiteX3" fmla="*/ 0 w 441391"/>
              <a:gd name="connsiteY3" fmla="*/ 223975 h 223975"/>
              <a:gd name="connsiteX0" fmla="*/ 4867 w 441391"/>
              <a:gd name="connsiteY0" fmla="*/ 0 h 223975"/>
              <a:gd name="connsiteX1" fmla="*/ 441391 w 441391"/>
              <a:gd name="connsiteY1" fmla="*/ 156819 h 2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41391" h="223975" stroke="0" extrusionOk="0">
                <a:moveTo>
                  <a:pt x="0" y="223975"/>
                </a:moveTo>
                <a:lnTo>
                  <a:pt x="4867" y="0"/>
                </a:lnTo>
                <a:cubicBezTo>
                  <a:pt x="205152" y="1020"/>
                  <a:pt x="381338" y="64314"/>
                  <a:pt x="441391" y="156819"/>
                </a:cubicBezTo>
                <a:lnTo>
                  <a:pt x="0" y="223975"/>
                </a:lnTo>
                <a:close/>
              </a:path>
              <a:path w="441391" h="223975" fill="none">
                <a:moveTo>
                  <a:pt x="4867" y="0"/>
                </a:moveTo>
                <a:cubicBezTo>
                  <a:pt x="205152" y="1020"/>
                  <a:pt x="381338" y="64314"/>
                  <a:pt x="441391" y="156819"/>
                </a:cubicBezTo>
              </a:path>
            </a:pathLst>
          </a:custGeom>
          <a:ln w="12700">
            <a:solidFill>
              <a:schemeClr val="tx1"/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5" name="群組 413">
            <a:extLst>
              <a:ext uri="{FF2B5EF4-FFF2-40B4-BE49-F238E27FC236}">
                <a16:creationId xmlns:a16="http://schemas.microsoft.com/office/drawing/2014/main" id="{A51F1696-F9E6-1A4F-A919-C1B21D83A2A0}"/>
              </a:ext>
            </a:extLst>
          </p:cNvPr>
          <p:cNvGrpSpPr/>
          <p:nvPr/>
        </p:nvGrpSpPr>
        <p:grpSpPr>
          <a:xfrm>
            <a:off x="5728603" y="3135750"/>
            <a:ext cx="107448" cy="605664"/>
            <a:chOff x="917477" y="1881286"/>
            <a:chExt cx="107448" cy="364769"/>
          </a:xfrm>
        </p:grpSpPr>
        <p:sp>
          <p:nvSpPr>
            <p:cNvPr id="36" name="手繪多邊形 414">
              <a:extLst>
                <a:ext uri="{FF2B5EF4-FFF2-40B4-BE49-F238E27FC236}">
                  <a16:creationId xmlns:a16="http://schemas.microsoft.com/office/drawing/2014/main" id="{DD450E39-8ED5-A149-A3A3-07F8FD5FCCD4}"/>
                </a:ext>
              </a:extLst>
            </p:cNvPr>
            <p:cNvSpPr/>
            <p:nvPr/>
          </p:nvSpPr>
          <p:spPr>
            <a:xfrm rot="580019">
              <a:off x="919119" y="1881286"/>
              <a:ext cx="103201" cy="364769"/>
            </a:xfrm>
            <a:custGeom>
              <a:avLst/>
              <a:gdLst>
                <a:gd name="connsiteX0" fmla="*/ 15559 w 103201"/>
                <a:gd name="connsiteY0" fmla="*/ 0 h 242500"/>
                <a:gd name="connsiteX1" fmla="*/ 73619 w 103201"/>
                <a:gd name="connsiteY1" fmla="*/ 0 h 242500"/>
                <a:gd name="connsiteX2" fmla="*/ 67199 w 103201"/>
                <a:gd name="connsiteY2" fmla="*/ 7044 h 242500"/>
                <a:gd name="connsiteX3" fmla="*/ 52708 w 103201"/>
                <a:gd name="connsiteY3" fmla="*/ 57706 h 242500"/>
                <a:gd name="connsiteX4" fmla="*/ 103192 w 103201"/>
                <a:gd name="connsiteY4" fmla="*/ 184699 h 242500"/>
                <a:gd name="connsiteX5" fmla="*/ 95842 w 103201"/>
                <a:gd name="connsiteY5" fmla="*/ 233263 h 242500"/>
                <a:gd name="connsiteX6" fmla="*/ 92410 w 103201"/>
                <a:gd name="connsiteY6" fmla="*/ 242500 h 242500"/>
                <a:gd name="connsiteX7" fmla="*/ 31568 w 103201"/>
                <a:gd name="connsiteY7" fmla="*/ 242500 h 242500"/>
                <a:gd name="connsiteX8" fmla="*/ 37381 w 103201"/>
                <a:gd name="connsiteY8" fmla="*/ 230384 h 242500"/>
                <a:gd name="connsiteX9" fmla="*/ 47310 w 103201"/>
                <a:gd name="connsiteY9" fmla="*/ 179929 h 242500"/>
                <a:gd name="connsiteX10" fmla="*/ 0 w 103201"/>
                <a:gd name="connsiteY10" fmla="*/ 56099 h 242500"/>
                <a:gd name="connsiteX11" fmla="*/ 10217 w 103201"/>
                <a:gd name="connsiteY11" fmla="*/ 9511 h 24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3201" h="242500">
                  <a:moveTo>
                    <a:pt x="15559" y="0"/>
                  </a:moveTo>
                  <a:lnTo>
                    <a:pt x="73619" y="0"/>
                  </a:lnTo>
                  <a:lnTo>
                    <a:pt x="67199" y="7044"/>
                  </a:lnTo>
                  <a:cubicBezTo>
                    <a:pt x="59279" y="18276"/>
                    <a:pt x="52058" y="35149"/>
                    <a:pt x="52708" y="57706"/>
                  </a:cubicBezTo>
                  <a:cubicBezTo>
                    <a:pt x="54007" y="102822"/>
                    <a:pt x="104009" y="147252"/>
                    <a:pt x="103192" y="184699"/>
                  </a:cubicBezTo>
                  <a:cubicBezTo>
                    <a:pt x="102783" y="203422"/>
                    <a:pt x="99530" y="220683"/>
                    <a:pt x="95842" y="233263"/>
                  </a:cubicBezTo>
                  <a:lnTo>
                    <a:pt x="92410" y="242500"/>
                  </a:lnTo>
                  <a:lnTo>
                    <a:pt x="31568" y="242500"/>
                  </a:lnTo>
                  <a:lnTo>
                    <a:pt x="37381" y="230384"/>
                  </a:lnTo>
                  <a:cubicBezTo>
                    <a:pt x="42854" y="216447"/>
                    <a:pt x="47695" y="197994"/>
                    <a:pt x="47310" y="179929"/>
                  </a:cubicBezTo>
                  <a:cubicBezTo>
                    <a:pt x="46539" y="143800"/>
                    <a:pt x="4208" y="103322"/>
                    <a:pt x="0" y="56099"/>
                  </a:cubicBezTo>
                  <a:cubicBezTo>
                    <a:pt x="0" y="37902"/>
                    <a:pt x="4840" y="21432"/>
                    <a:pt x="10217" y="9511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7" name="手繪多邊形 415">
              <a:extLst>
                <a:ext uri="{FF2B5EF4-FFF2-40B4-BE49-F238E27FC236}">
                  <a16:creationId xmlns:a16="http://schemas.microsoft.com/office/drawing/2014/main" id="{024BC046-4545-0B44-A26E-3B7A50FCC23A}"/>
                </a:ext>
              </a:extLst>
            </p:cNvPr>
            <p:cNvSpPr/>
            <p:nvPr/>
          </p:nvSpPr>
          <p:spPr>
            <a:xfrm rot="580019">
              <a:off x="917477" y="1888439"/>
              <a:ext cx="47331" cy="350462"/>
            </a:xfrm>
            <a:custGeom>
              <a:avLst/>
              <a:gdLst>
                <a:gd name="connsiteX0" fmla="*/ 15559 w 103201"/>
                <a:gd name="connsiteY0" fmla="*/ 0 h 242500"/>
                <a:gd name="connsiteX1" fmla="*/ 73619 w 103201"/>
                <a:gd name="connsiteY1" fmla="*/ 0 h 242500"/>
                <a:gd name="connsiteX2" fmla="*/ 67199 w 103201"/>
                <a:gd name="connsiteY2" fmla="*/ 7044 h 242500"/>
                <a:gd name="connsiteX3" fmla="*/ 52708 w 103201"/>
                <a:gd name="connsiteY3" fmla="*/ 57706 h 242500"/>
                <a:gd name="connsiteX4" fmla="*/ 103192 w 103201"/>
                <a:gd name="connsiteY4" fmla="*/ 184699 h 242500"/>
                <a:gd name="connsiteX5" fmla="*/ 95842 w 103201"/>
                <a:gd name="connsiteY5" fmla="*/ 233263 h 242500"/>
                <a:gd name="connsiteX6" fmla="*/ 92410 w 103201"/>
                <a:gd name="connsiteY6" fmla="*/ 242500 h 242500"/>
                <a:gd name="connsiteX7" fmla="*/ 31568 w 103201"/>
                <a:gd name="connsiteY7" fmla="*/ 242500 h 242500"/>
                <a:gd name="connsiteX8" fmla="*/ 37381 w 103201"/>
                <a:gd name="connsiteY8" fmla="*/ 230384 h 242500"/>
                <a:gd name="connsiteX9" fmla="*/ 47310 w 103201"/>
                <a:gd name="connsiteY9" fmla="*/ 179929 h 242500"/>
                <a:gd name="connsiteX10" fmla="*/ 0 w 103201"/>
                <a:gd name="connsiteY10" fmla="*/ 56099 h 242500"/>
                <a:gd name="connsiteX11" fmla="*/ 10217 w 103201"/>
                <a:gd name="connsiteY11" fmla="*/ 9511 h 242500"/>
                <a:gd name="connsiteX0" fmla="*/ 73619 w 106999"/>
                <a:gd name="connsiteY0" fmla="*/ 0 h 242500"/>
                <a:gd name="connsiteX1" fmla="*/ 67199 w 106999"/>
                <a:gd name="connsiteY1" fmla="*/ 7044 h 242500"/>
                <a:gd name="connsiteX2" fmla="*/ 52708 w 106999"/>
                <a:gd name="connsiteY2" fmla="*/ 57706 h 242500"/>
                <a:gd name="connsiteX3" fmla="*/ 103192 w 106999"/>
                <a:gd name="connsiteY3" fmla="*/ 184699 h 242500"/>
                <a:gd name="connsiteX4" fmla="*/ 95842 w 106999"/>
                <a:gd name="connsiteY4" fmla="*/ 233263 h 242500"/>
                <a:gd name="connsiteX5" fmla="*/ 92410 w 106999"/>
                <a:gd name="connsiteY5" fmla="*/ 242500 h 242500"/>
                <a:gd name="connsiteX6" fmla="*/ 31568 w 106999"/>
                <a:gd name="connsiteY6" fmla="*/ 242500 h 242500"/>
                <a:gd name="connsiteX7" fmla="*/ 37381 w 106999"/>
                <a:gd name="connsiteY7" fmla="*/ 230384 h 242500"/>
                <a:gd name="connsiteX8" fmla="*/ 47310 w 106999"/>
                <a:gd name="connsiteY8" fmla="*/ 179929 h 242500"/>
                <a:gd name="connsiteX9" fmla="*/ 0 w 106999"/>
                <a:gd name="connsiteY9" fmla="*/ 56099 h 242500"/>
                <a:gd name="connsiteX10" fmla="*/ 10217 w 106999"/>
                <a:gd name="connsiteY10" fmla="*/ 9511 h 242500"/>
                <a:gd name="connsiteX11" fmla="*/ 106999 w 106999"/>
                <a:gd name="connsiteY11" fmla="*/ 60790 h 242500"/>
                <a:gd name="connsiteX0" fmla="*/ 73619 w 106999"/>
                <a:gd name="connsiteY0" fmla="*/ 0 h 242500"/>
                <a:gd name="connsiteX1" fmla="*/ 67199 w 106999"/>
                <a:gd name="connsiteY1" fmla="*/ 7044 h 242500"/>
                <a:gd name="connsiteX2" fmla="*/ 52708 w 106999"/>
                <a:gd name="connsiteY2" fmla="*/ 57706 h 242500"/>
                <a:gd name="connsiteX3" fmla="*/ 103192 w 106999"/>
                <a:gd name="connsiteY3" fmla="*/ 184699 h 242500"/>
                <a:gd name="connsiteX4" fmla="*/ 95842 w 106999"/>
                <a:gd name="connsiteY4" fmla="*/ 233263 h 242500"/>
                <a:gd name="connsiteX5" fmla="*/ 92410 w 106999"/>
                <a:gd name="connsiteY5" fmla="*/ 242500 h 242500"/>
                <a:gd name="connsiteX6" fmla="*/ 31568 w 106999"/>
                <a:gd name="connsiteY6" fmla="*/ 242500 h 242500"/>
                <a:gd name="connsiteX7" fmla="*/ 37381 w 106999"/>
                <a:gd name="connsiteY7" fmla="*/ 230384 h 242500"/>
                <a:gd name="connsiteX8" fmla="*/ 47310 w 106999"/>
                <a:gd name="connsiteY8" fmla="*/ 179929 h 242500"/>
                <a:gd name="connsiteX9" fmla="*/ 0 w 106999"/>
                <a:gd name="connsiteY9" fmla="*/ 56099 h 242500"/>
                <a:gd name="connsiteX10" fmla="*/ 10217 w 106999"/>
                <a:gd name="connsiteY10" fmla="*/ 9511 h 242500"/>
                <a:gd name="connsiteX11" fmla="*/ 106999 w 106999"/>
                <a:gd name="connsiteY11" fmla="*/ 60790 h 242500"/>
                <a:gd name="connsiteX12" fmla="*/ 73619 w 106999"/>
                <a:gd name="connsiteY12" fmla="*/ 0 h 242500"/>
                <a:gd name="connsiteX0" fmla="*/ 73619 w 198439"/>
                <a:gd name="connsiteY0" fmla="*/ 0 h 242500"/>
                <a:gd name="connsiteX1" fmla="*/ 67199 w 198439"/>
                <a:gd name="connsiteY1" fmla="*/ 7044 h 242500"/>
                <a:gd name="connsiteX2" fmla="*/ 52708 w 198439"/>
                <a:gd name="connsiteY2" fmla="*/ 57706 h 242500"/>
                <a:gd name="connsiteX3" fmla="*/ 103192 w 198439"/>
                <a:gd name="connsiteY3" fmla="*/ 184699 h 242500"/>
                <a:gd name="connsiteX4" fmla="*/ 95842 w 198439"/>
                <a:gd name="connsiteY4" fmla="*/ 233263 h 242500"/>
                <a:gd name="connsiteX5" fmla="*/ 92410 w 198439"/>
                <a:gd name="connsiteY5" fmla="*/ 242500 h 242500"/>
                <a:gd name="connsiteX6" fmla="*/ 31568 w 198439"/>
                <a:gd name="connsiteY6" fmla="*/ 242500 h 242500"/>
                <a:gd name="connsiteX7" fmla="*/ 37381 w 198439"/>
                <a:gd name="connsiteY7" fmla="*/ 230384 h 242500"/>
                <a:gd name="connsiteX8" fmla="*/ 47310 w 198439"/>
                <a:gd name="connsiteY8" fmla="*/ 179929 h 242500"/>
                <a:gd name="connsiteX9" fmla="*/ 0 w 198439"/>
                <a:gd name="connsiteY9" fmla="*/ 56099 h 242500"/>
                <a:gd name="connsiteX10" fmla="*/ 10217 w 198439"/>
                <a:gd name="connsiteY10" fmla="*/ 9511 h 242500"/>
                <a:gd name="connsiteX11" fmla="*/ 198439 w 198439"/>
                <a:gd name="connsiteY11" fmla="*/ 121580 h 242500"/>
                <a:gd name="connsiteX0" fmla="*/ 73619 w 198439"/>
                <a:gd name="connsiteY0" fmla="*/ 0 h 242500"/>
                <a:gd name="connsiteX1" fmla="*/ 67199 w 198439"/>
                <a:gd name="connsiteY1" fmla="*/ 7044 h 242500"/>
                <a:gd name="connsiteX2" fmla="*/ 52708 w 198439"/>
                <a:gd name="connsiteY2" fmla="*/ 57706 h 242500"/>
                <a:gd name="connsiteX3" fmla="*/ 103192 w 198439"/>
                <a:gd name="connsiteY3" fmla="*/ 184699 h 242500"/>
                <a:gd name="connsiteX4" fmla="*/ 95842 w 198439"/>
                <a:gd name="connsiteY4" fmla="*/ 233263 h 242500"/>
                <a:gd name="connsiteX5" fmla="*/ 92410 w 198439"/>
                <a:gd name="connsiteY5" fmla="*/ 242500 h 242500"/>
                <a:gd name="connsiteX6" fmla="*/ 31568 w 198439"/>
                <a:gd name="connsiteY6" fmla="*/ 242500 h 242500"/>
                <a:gd name="connsiteX7" fmla="*/ 37381 w 198439"/>
                <a:gd name="connsiteY7" fmla="*/ 230384 h 242500"/>
                <a:gd name="connsiteX8" fmla="*/ 47310 w 198439"/>
                <a:gd name="connsiteY8" fmla="*/ 179929 h 242500"/>
                <a:gd name="connsiteX9" fmla="*/ 0 w 198439"/>
                <a:gd name="connsiteY9" fmla="*/ 56099 h 242500"/>
                <a:gd name="connsiteX10" fmla="*/ 10217 w 198439"/>
                <a:gd name="connsiteY10" fmla="*/ 9511 h 242500"/>
                <a:gd name="connsiteX11" fmla="*/ 198439 w 198439"/>
                <a:gd name="connsiteY11" fmla="*/ 121580 h 242500"/>
                <a:gd name="connsiteX12" fmla="*/ 73619 w 198439"/>
                <a:gd name="connsiteY12" fmla="*/ 0 h 242500"/>
                <a:gd name="connsiteX0" fmla="*/ 73619 w 198439"/>
                <a:gd name="connsiteY0" fmla="*/ 0 h 242500"/>
                <a:gd name="connsiteX1" fmla="*/ 52708 w 198439"/>
                <a:gd name="connsiteY1" fmla="*/ 57706 h 242500"/>
                <a:gd name="connsiteX2" fmla="*/ 103192 w 198439"/>
                <a:gd name="connsiteY2" fmla="*/ 184699 h 242500"/>
                <a:gd name="connsiteX3" fmla="*/ 95842 w 198439"/>
                <a:gd name="connsiteY3" fmla="*/ 233263 h 242500"/>
                <a:gd name="connsiteX4" fmla="*/ 92410 w 198439"/>
                <a:gd name="connsiteY4" fmla="*/ 242500 h 242500"/>
                <a:gd name="connsiteX5" fmla="*/ 31568 w 198439"/>
                <a:gd name="connsiteY5" fmla="*/ 242500 h 242500"/>
                <a:gd name="connsiteX6" fmla="*/ 37381 w 198439"/>
                <a:gd name="connsiteY6" fmla="*/ 230384 h 242500"/>
                <a:gd name="connsiteX7" fmla="*/ 47310 w 198439"/>
                <a:gd name="connsiteY7" fmla="*/ 179929 h 242500"/>
                <a:gd name="connsiteX8" fmla="*/ 0 w 198439"/>
                <a:gd name="connsiteY8" fmla="*/ 56099 h 242500"/>
                <a:gd name="connsiteX9" fmla="*/ 10217 w 198439"/>
                <a:gd name="connsiteY9" fmla="*/ 9511 h 242500"/>
                <a:gd name="connsiteX10" fmla="*/ 198439 w 198439"/>
                <a:gd name="connsiteY10" fmla="*/ 121580 h 242500"/>
                <a:gd name="connsiteX11" fmla="*/ 73619 w 198439"/>
                <a:gd name="connsiteY11" fmla="*/ 0 h 242500"/>
                <a:gd name="connsiteX0" fmla="*/ 198439 w 198439"/>
                <a:gd name="connsiteY0" fmla="*/ 112201 h 233121"/>
                <a:gd name="connsiteX1" fmla="*/ 52708 w 198439"/>
                <a:gd name="connsiteY1" fmla="*/ 48327 h 233121"/>
                <a:gd name="connsiteX2" fmla="*/ 103192 w 198439"/>
                <a:gd name="connsiteY2" fmla="*/ 175320 h 233121"/>
                <a:gd name="connsiteX3" fmla="*/ 95842 w 198439"/>
                <a:gd name="connsiteY3" fmla="*/ 223884 h 233121"/>
                <a:gd name="connsiteX4" fmla="*/ 92410 w 198439"/>
                <a:gd name="connsiteY4" fmla="*/ 233121 h 233121"/>
                <a:gd name="connsiteX5" fmla="*/ 31568 w 198439"/>
                <a:gd name="connsiteY5" fmla="*/ 233121 h 233121"/>
                <a:gd name="connsiteX6" fmla="*/ 37381 w 198439"/>
                <a:gd name="connsiteY6" fmla="*/ 221005 h 233121"/>
                <a:gd name="connsiteX7" fmla="*/ 47310 w 198439"/>
                <a:gd name="connsiteY7" fmla="*/ 170550 h 233121"/>
                <a:gd name="connsiteX8" fmla="*/ 0 w 198439"/>
                <a:gd name="connsiteY8" fmla="*/ 46720 h 233121"/>
                <a:gd name="connsiteX9" fmla="*/ 10217 w 198439"/>
                <a:gd name="connsiteY9" fmla="*/ 132 h 233121"/>
                <a:gd name="connsiteX10" fmla="*/ 198439 w 198439"/>
                <a:gd name="connsiteY10" fmla="*/ 112201 h 233121"/>
                <a:gd name="connsiteX0" fmla="*/ 198439 w 198439"/>
                <a:gd name="connsiteY0" fmla="*/ 112201 h 233121"/>
                <a:gd name="connsiteX1" fmla="*/ 103192 w 198439"/>
                <a:gd name="connsiteY1" fmla="*/ 175320 h 233121"/>
                <a:gd name="connsiteX2" fmla="*/ 95842 w 198439"/>
                <a:gd name="connsiteY2" fmla="*/ 223884 h 233121"/>
                <a:gd name="connsiteX3" fmla="*/ 92410 w 198439"/>
                <a:gd name="connsiteY3" fmla="*/ 233121 h 233121"/>
                <a:gd name="connsiteX4" fmla="*/ 31568 w 198439"/>
                <a:gd name="connsiteY4" fmla="*/ 233121 h 233121"/>
                <a:gd name="connsiteX5" fmla="*/ 37381 w 198439"/>
                <a:gd name="connsiteY5" fmla="*/ 221005 h 233121"/>
                <a:gd name="connsiteX6" fmla="*/ 47310 w 198439"/>
                <a:gd name="connsiteY6" fmla="*/ 170550 h 233121"/>
                <a:gd name="connsiteX7" fmla="*/ 0 w 198439"/>
                <a:gd name="connsiteY7" fmla="*/ 46720 h 233121"/>
                <a:gd name="connsiteX8" fmla="*/ 10217 w 198439"/>
                <a:gd name="connsiteY8" fmla="*/ 132 h 233121"/>
                <a:gd name="connsiteX9" fmla="*/ 198439 w 198439"/>
                <a:gd name="connsiteY9" fmla="*/ 112201 h 233121"/>
                <a:gd name="connsiteX0" fmla="*/ 198439 w 198439"/>
                <a:gd name="connsiteY0" fmla="*/ 112201 h 233121"/>
                <a:gd name="connsiteX1" fmla="*/ 95842 w 198439"/>
                <a:gd name="connsiteY1" fmla="*/ 223884 h 233121"/>
                <a:gd name="connsiteX2" fmla="*/ 92410 w 198439"/>
                <a:gd name="connsiteY2" fmla="*/ 233121 h 233121"/>
                <a:gd name="connsiteX3" fmla="*/ 31568 w 198439"/>
                <a:gd name="connsiteY3" fmla="*/ 233121 h 233121"/>
                <a:gd name="connsiteX4" fmla="*/ 37381 w 198439"/>
                <a:gd name="connsiteY4" fmla="*/ 221005 h 233121"/>
                <a:gd name="connsiteX5" fmla="*/ 47310 w 198439"/>
                <a:gd name="connsiteY5" fmla="*/ 170550 h 233121"/>
                <a:gd name="connsiteX6" fmla="*/ 0 w 198439"/>
                <a:gd name="connsiteY6" fmla="*/ 46720 h 233121"/>
                <a:gd name="connsiteX7" fmla="*/ 10217 w 198439"/>
                <a:gd name="connsiteY7" fmla="*/ 132 h 233121"/>
                <a:gd name="connsiteX8" fmla="*/ 198439 w 198439"/>
                <a:gd name="connsiteY8" fmla="*/ 112201 h 233121"/>
                <a:gd name="connsiteX0" fmla="*/ 31568 w 198439"/>
                <a:gd name="connsiteY0" fmla="*/ 233121 h 293911"/>
                <a:gd name="connsiteX1" fmla="*/ 37381 w 198439"/>
                <a:gd name="connsiteY1" fmla="*/ 221005 h 293911"/>
                <a:gd name="connsiteX2" fmla="*/ 47310 w 198439"/>
                <a:gd name="connsiteY2" fmla="*/ 170550 h 293911"/>
                <a:gd name="connsiteX3" fmla="*/ 0 w 198439"/>
                <a:gd name="connsiteY3" fmla="*/ 46720 h 293911"/>
                <a:gd name="connsiteX4" fmla="*/ 10217 w 198439"/>
                <a:gd name="connsiteY4" fmla="*/ 132 h 293911"/>
                <a:gd name="connsiteX5" fmla="*/ 198439 w 198439"/>
                <a:gd name="connsiteY5" fmla="*/ 112201 h 293911"/>
                <a:gd name="connsiteX6" fmla="*/ 95842 w 198439"/>
                <a:gd name="connsiteY6" fmla="*/ 223884 h 293911"/>
                <a:gd name="connsiteX7" fmla="*/ 183850 w 198439"/>
                <a:gd name="connsiteY7" fmla="*/ 293911 h 293911"/>
                <a:gd name="connsiteX0" fmla="*/ 31568 w 201775"/>
                <a:gd name="connsiteY0" fmla="*/ 232989 h 293779"/>
                <a:gd name="connsiteX1" fmla="*/ 37381 w 201775"/>
                <a:gd name="connsiteY1" fmla="*/ 220873 h 293779"/>
                <a:gd name="connsiteX2" fmla="*/ 47310 w 201775"/>
                <a:gd name="connsiteY2" fmla="*/ 170418 h 293779"/>
                <a:gd name="connsiteX3" fmla="*/ 0 w 201775"/>
                <a:gd name="connsiteY3" fmla="*/ 46588 h 293779"/>
                <a:gd name="connsiteX4" fmla="*/ 10217 w 201775"/>
                <a:gd name="connsiteY4" fmla="*/ 0 h 293779"/>
                <a:gd name="connsiteX5" fmla="*/ 161264 w 201775"/>
                <a:gd name="connsiteY5" fmla="*/ 85778 h 293779"/>
                <a:gd name="connsiteX6" fmla="*/ 198439 w 201775"/>
                <a:gd name="connsiteY6" fmla="*/ 112069 h 293779"/>
                <a:gd name="connsiteX7" fmla="*/ 95842 w 201775"/>
                <a:gd name="connsiteY7" fmla="*/ 223752 h 293779"/>
                <a:gd name="connsiteX8" fmla="*/ 183850 w 201775"/>
                <a:gd name="connsiteY8" fmla="*/ 293779 h 293779"/>
                <a:gd name="connsiteX0" fmla="*/ 31568 w 198439"/>
                <a:gd name="connsiteY0" fmla="*/ 232989 h 293779"/>
                <a:gd name="connsiteX1" fmla="*/ 37381 w 198439"/>
                <a:gd name="connsiteY1" fmla="*/ 220873 h 293779"/>
                <a:gd name="connsiteX2" fmla="*/ 47310 w 198439"/>
                <a:gd name="connsiteY2" fmla="*/ 170418 h 293779"/>
                <a:gd name="connsiteX3" fmla="*/ 0 w 198439"/>
                <a:gd name="connsiteY3" fmla="*/ 46588 h 293779"/>
                <a:gd name="connsiteX4" fmla="*/ 10217 w 198439"/>
                <a:gd name="connsiteY4" fmla="*/ 0 h 293779"/>
                <a:gd name="connsiteX5" fmla="*/ 198439 w 198439"/>
                <a:gd name="connsiteY5" fmla="*/ 112069 h 293779"/>
                <a:gd name="connsiteX6" fmla="*/ 95842 w 198439"/>
                <a:gd name="connsiteY6" fmla="*/ 223752 h 293779"/>
                <a:gd name="connsiteX7" fmla="*/ 183850 w 198439"/>
                <a:gd name="connsiteY7" fmla="*/ 293779 h 293779"/>
                <a:gd name="connsiteX0" fmla="*/ 31568 w 183850"/>
                <a:gd name="connsiteY0" fmla="*/ 232989 h 293779"/>
                <a:gd name="connsiteX1" fmla="*/ 37381 w 183850"/>
                <a:gd name="connsiteY1" fmla="*/ 220873 h 293779"/>
                <a:gd name="connsiteX2" fmla="*/ 47310 w 183850"/>
                <a:gd name="connsiteY2" fmla="*/ 170418 h 293779"/>
                <a:gd name="connsiteX3" fmla="*/ 0 w 183850"/>
                <a:gd name="connsiteY3" fmla="*/ 46588 h 293779"/>
                <a:gd name="connsiteX4" fmla="*/ 10217 w 183850"/>
                <a:gd name="connsiteY4" fmla="*/ 0 h 293779"/>
                <a:gd name="connsiteX5" fmla="*/ 95842 w 183850"/>
                <a:gd name="connsiteY5" fmla="*/ 223752 h 293779"/>
                <a:gd name="connsiteX6" fmla="*/ 183850 w 183850"/>
                <a:gd name="connsiteY6" fmla="*/ 293779 h 293779"/>
                <a:gd name="connsiteX0" fmla="*/ 31568 w 183850"/>
                <a:gd name="connsiteY0" fmla="*/ 232989 h 293779"/>
                <a:gd name="connsiteX1" fmla="*/ 37381 w 183850"/>
                <a:gd name="connsiteY1" fmla="*/ 220873 h 293779"/>
                <a:gd name="connsiteX2" fmla="*/ 47310 w 183850"/>
                <a:gd name="connsiteY2" fmla="*/ 170418 h 293779"/>
                <a:gd name="connsiteX3" fmla="*/ 0 w 183850"/>
                <a:gd name="connsiteY3" fmla="*/ 46588 h 293779"/>
                <a:gd name="connsiteX4" fmla="*/ 10217 w 183850"/>
                <a:gd name="connsiteY4" fmla="*/ 0 h 293779"/>
                <a:gd name="connsiteX5" fmla="*/ 183850 w 183850"/>
                <a:gd name="connsiteY5" fmla="*/ 293779 h 293779"/>
                <a:gd name="connsiteX0" fmla="*/ 31568 w 47331"/>
                <a:gd name="connsiteY0" fmla="*/ 232989 h 232989"/>
                <a:gd name="connsiteX1" fmla="*/ 37381 w 47331"/>
                <a:gd name="connsiteY1" fmla="*/ 220873 h 232989"/>
                <a:gd name="connsiteX2" fmla="*/ 47310 w 47331"/>
                <a:gd name="connsiteY2" fmla="*/ 170418 h 232989"/>
                <a:gd name="connsiteX3" fmla="*/ 0 w 47331"/>
                <a:gd name="connsiteY3" fmla="*/ 46588 h 232989"/>
                <a:gd name="connsiteX4" fmla="*/ 10217 w 47331"/>
                <a:gd name="connsiteY4" fmla="*/ 0 h 232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331" h="232989">
                  <a:moveTo>
                    <a:pt x="31568" y="232989"/>
                  </a:moveTo>
                  <a:lnTo>
                    <a:pt x="37381" y="220873"/>
                  </a:lnTo>
                  <a:cubicBezTo>
                    <a:pt x="42854" y="206936"/>
                    <a:pt x="47695" y="188483"/>
                    <a:pt x="47310" y="170418"/>
                  </a:cubicBezTo>
                  <a:cubicBezTo>
                    <a:pt x="46539" y="134289"/>
                    <a:pt x="4208" y="93811"/>
                    <a:pt x="0" y="46588"/>
                  </a:cubicBezTo>
                  <a:cubicBezTo>
                    <a:pt x="0" y="28391"/>
                    <a:pt x="4840" y="11921"/>
                    <a:pt x="10217" y="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" name="手繪多邊形 416">
              <a:extLst>
                <a:ext uri="{FF2B5EF4-FFF2-40B4-BE49-F238E27FC236}">
                  <a16:creationId xmlns:a16="http://schemas.microsoft.com/office/drawing/2014/main" id="{9C1E2888-B6B9-E942-995F-E640CA0D1EDB}"/>
                </a:ext>
              </a:extLst>
            </p:cNvPr>
            <p:cNvSpPr/>
            <p:nvPr/>
          </p:nvSpPr>
          <p:spPr>
            <a:xfrm rot="580019">
              <a:off x="977594" y="1894311"/>
              <a:ext cx="47331" cy="350462"/>
            </a:xfrm>
            <a:custGeom>
              <a:avLst/>
              <a:gdLst>
                <a:gd name="connsiteX0" fmla="*/ 15559 w 103201"/>
                <a:gd name="connsiteY0" fmla="*/ 0 h 242500"/>
                <a:gd name="connsiteX1" fmla="*/ 73619 w 103201"/>
                <a:gd name="connsiteY1" fmla="*/ 0 h 242500"/>
                <a:gd name="connsiteX2" fmla="*/ 67199 w 103201"/>
                <a:gd name="connsiteY2" fmla="*/ 7044 h 242500"/>
                <a:gd name="connsiteX3" fmla="*/ 52708 w 103201"/>
                <a:gd name="connsiteY3" fmla="*/ 57706 h 242500"/>
                <a:gd name="connsiteX4" fmla="*/ 103192 w 103201"/>
                <a:gd name="connsiteY4" fmla="*/ 184699 h 242500"/>
                <a:gd name="connsiteX5" fmla="*/ 95842 w 103201"/>
                <a:gd name="connsiteY5" fmla="*/ 233263 h 242500"/>
                <a:gd name="connsiteX6" fmla="*/ 92410 w 103201"/>
                <a:gd name="connsiteY6" fmla="*/ 242500 h 242500"/>
                <a:gd name="connsiteX7" fmla="*/ 31568 w 103201"/>
                <a:gd name="connsiteY7" fmla="*/ 242500 h 242500"/>
                <a:gd name="connsiteX8" fmla="*/ 37381 w 103201"/>
                <a:gd name="connsiteY8" fmla="*/ 230384 h 242500"/>
                <a:gd name="connsiteX9" fmla="*/ 47310 w 103201"/>
                <a:gd name="connsiteY9" fmla="*/ 179929 h 242500"/>
                <a:gd name="connsiteX10" fmla="*/ 0 w 103201"/>
                <a:gd name="connsiteY10" fmla="*/ 56099 h 242500"/>
                <a:gd name="connsiteX11" fmla="*/ 10217 w 103201"/>
                <a:gd name="connsiteY11" fmla="*/ 9511 h 242500"/>
                <a:gd name="connsiteX0" fmla="*/ 73619 w 106999"/>
                <a:gd name="connsiteY0" fmla="*/ 0 h 242500"/>
                <a:gd name="connsiteX1" fmla="*/ 67199 w 106999"/>
                <a:gd name="connsiteY1" fmla="*/ 7044 h 242500"/>
                <a:gd name="connsiteX2" fmla="*/ 52708 w 106999"/>
                <a:gd name="connsiteY2" fmla="*/ 57706 h 242500"/>
                <a:gd name="connsiteX3" fmla="*/ 103192 w 106999"/>
                <a:gd name="connsiteY3" fmla="*/ 184699 h 242500"/>
                <a:gd name="connsiteX4" fmla="*/ 95842 w 106999"/>
                <a:gd name="connsiteY4" fmla="*/ 233263 h 242500"/>
                <a:gd name="connsiteX5" fmla="*/ 92410 w 106999"/>
                <a:gd name="connsiteY5" fmla="*/ 242500 h 242500"/>
                <a:gd name="connsiteX6" fmla="*/ 31568 w 106999"/>
                <a:gd name="connsiteY6" fmla="*/ 242500 h 242500"/>
                <a:gd name="connsiteX7" fmla="*/ 37381 w 106999"/>
                <a:gd name="connsiteY7" fmla="*/ 230384 h 242500"/>
                <a:gd name="connsiteX8" fmla="*/ 47310 w 106999"/>
                <a:gd name="connsiteY8" fmla="*/ 179929 h 242500"/>
                <a:gd name="connsiteX9" fmla="*/ 0 w 106999"/>
                <a:gd name="connsiteY9" fmla="*/ 56099 h 242500"/>
                <a:gd name="connsiteX10" fmla="*/ 10217 w 106999"/>
                <a:gd name="connsiteY10" fmla="*/ 9511 h 242500"/>
                <a:gd name="connsiteX11" fmla="*/ 106999 w 106999"/>
                <a:gd name="connsiteY11" fmla="*/ 60790 h 242500"/>
                <a:gd name="connsiteX0" fmla="*/ 73619 w 106999"/>
                <a:gd name="connsiteY0" fmla="*/ 0 h 242500"/>
                <a:gd name="connsiteX1" fmla="*/ 67199 w 106999"/>
                <a:gd name="connsiteY1" fmla="*/ 7044 h 242500"/>
                <a:gd name="connsiteX2" fmla="*/ 52708 w 106999"/>
                <a:gd name="connsiteY2" fmla="*/ 57706 h 242500"/>
                <a:gd name="connsiteX3" fmla="*/ 103192 w 106999"/>
                <a:gd name="connsiteY3" fmla="*/ 184699 h 242500"/>
                <a:gd name="connsiteX4" fmla="*/ 95842 w 106999"/>
                <a:gd name="connsiteY4" fmla="*/ 233263 h 242500"/>
                <a:gd name="connsiteX5" fmla="*/ 92410 w 106999"/>
                <a:gd name="connsiteY5" fmla="*/ 242500 h 242500"/>
                <a:gd name="connsiteX6" fmla="*/ 31568 w 106999"/>
                <a:gd name="connsiteY6" fmla="*/ 242500 h 242500"/>
                <a:gd name="connsiteX7" fmla="*/ 37381 w 106999"/>
                <a:gd name="connsiteY7" fmla="*/ 230384 h 242500"/>
                <a:gd name="connsiteX8" fmla="*/ 47310 w 106999"/>
                <a:gd name="connsiteY8" fmla="*/ 179929 h 242500"/>
                <a:gd name="connsiteX9" fmla="*/ 0 w 106999"/>
                <a:gd name="connsiteY9" fmla="*/ 56099 h 242500"/>
                <a:gd name="connsiteX10" fmla="*/ 10217 w 106999"/>
                <a:gd name="connsiteY10" fmla="*/ 9511 h 242500"/>
                <a:gd name="connsiteX11" fmla="*/ 106999 w 106999"/>
                <a:gd name="connsiteY11" fmla="*/ 60790 h 242500"/>
                <a:gd name="connsiteX12" fmla="*/ 73619 w 106999"/>
                <a:gd name="connsiteY12" fmla="*/ 0 h 242500"/>
                <a:gd name="connsiteX0" fmla="*/ 73619 w 198439"/>
                <a:gd name="connsiteY0" fmla="*/ 0 h 242500"/>
                <a:gd name="connsiteX1" fmla="*/ 67199 w 198439"/>
                <a:gd name="connsiteY1" fmla="*/ 7044 h 242500"/>
                <a:gd name="connsiteX2" fmla="*/ 52708 w 198439"/>
                <a:gd name="connsiteY2" fmla="*/ 57706 h 242500"/>
                <a:gd name="connsiteX3" fmla="*/ 103192 w 198439"/>
                <a:gd name="connsiteY3" fmla="*/ 184699 h 242500"/>
                <a:gd name="connsiteX4" fmla="*/ 95842 w 198439"/>
                <a:gd name="connsiteY4" fmla="*/ 233263 h 242500"/>
                <a:gd name="connsiteX5" fmla="*/ 92410 w 198439"/>
                <a:gd name="connsiteY5" fmla="*/ 242500 h 242500"/>
                <a:gd name="connsiteX6" fmla="*/ 31568 w 198439"/>
                <a:gd name="connsiteY6" fmla="*/ 242500 h 242500"/>
                <a:gd name="connsiteX7" fmla="*/ 37381 w 198439"/>
                <a:gd name="connsiteY7" fmla="*/ 230384 h 242500"/>
                <a:gd name="connsiteX8" fmla="*/ 47310 w 198439"/>
                <a:gd name="connsiteY8" fmla="*/ 179929 h 242500"/>
                <a:gd name="connsiteX9" fmla="*/ 0 w 198439"/>
                <a:gd name="connsiteY9" fmla="*/ 56099 h 242500"/>
                <a:gd name="connsiteX10" fmla="*/ 10217 w 198439"/>
                <a:gd name="connsiteY10" fmla="*/ 9511 h 242500"/>
                <a:gd name="connsiteX11" fmla="*/ 198439 w 198439"/>
                <a:gd name="connsiteY11" fmla="*/ 121580 h 242500"/>
                <a:gd name="connsiteX0" fmla="*/ 73619 w 198439"/>
                <a:gd name="connsiteY0" fmla="*/ 0 h 242500"/>
                <a:gd name="connsiteX1" fmla="*/ 67199 w 198439"/>
                <a:gd name="connsiteY1" fmla="*/ 7044 h 242500"/>
                <a:gd name="connsiteX2" fmla="*/ 52708 w 198439"/>
                <a:gd name="connsiteY2" fmla="*/ 57706 h 242500"/>
                <a:gd name="connsiteX3" fmla="*/ 103192 w 198439"/>
                <a:gd name="connsiteY3" fmla="*/ 184699 h 242500"/>
                <a:gd name="connsiteX4" fmla="*/ 95842 w 198439"/>
                <a:gd name="connsiteY4" fmla="*/ 233263 h 242500"/>
                <a:gd name="connsiteX5" fmla="*/ 92410 w 198439"/>
                <a:gd name="connsiteY5" fmla="*/ 242500 h 242500"/>
                <a:gd name="connsiteX6" fmla="*/ 31568 w 198439"/>
                <a:gd name="connsiteY6" fmla="*/ 242500 h 242500"/>
                <a:gd name="connsiteX7" fmla="*/ 37381 w 198439"/>
                <a:gd name="connsiteY7" fmla="*/ 230384 h 242500"/>
                <a:gd name="connsiteX8" fmla="*/ 47310 w 198439"/>
                <a:gd name="connsiteY8" fmla="*/ 179929 h 242500"/>
                <a:gd name="connsiteX9" fmla="*/ 0 w 198439"/>
                <a:gd name="connsiteY9" fmla="*/ 56099 h 242500"/>
                <a:gd name="connsiteX10" fmla="*/ 10217 w 198439"/>
                <a:gd name="connsiteY10" fmla="*/ 9511 h 242500"/>
                <a:gd name="connsiteX11" fmla="*/ 198439 w 198439"/>
                <a:gd name="connsiteY11" fmla="*/ 121580 h 242500"/>
                <a:gd name="connsiteX12" fmla="*/ 73619 w 198439"/>
                <a:gd name="connsiteY12" fmla="*/ 0 h 242500"/>
                <a:gd name="connsiteX0" fmla="*/ 73619 w 198439"/>
                <a:gd name="connsiteY0" fmla="*/ 0 h 242500"/>
                <a:gd name="connsiteX1" fmla="*/ 52708 w 198439"/>
                <a:gd name="connsiteY1" fmla="*/ 57706 h 242500"/>
                <a:gd name="connsiteX2" fmla="*/ 103192 w 198439"/>
                <a:gd name="connsiteY2" fmla="*/ 184699 h 242500"/>
                <a:gd name="connsiteX3" fmla="*/ 95842 w 198439"/>
                <a:gd name="connsiteY3" fmla="*/ 233263 h 242500"/>
                <a:gd name="connsiteX4" fmla="*/ 92410 w 198439"/>
                <a:gd name="connsiteY4" fmla="*/ 242500 h 242500"/>
                <a:gd name="connsiteX5" fmla="*/ 31568 w 198439"/>
                <a:gd name="connsiteY5" fmla="*/ 242500 h 242500"/>
                <a:gd name="connsiteX6" fmla="*/ 37381 w 198439"/>
                <a:gd name="connsiteY6" fmla="*/ 230384 h 242500"/>
                <a:gd name="connsiteX7" fmla="*/ 47310 w 198439"/>
                <a:gd name="connsiteY7" fmla="*/ 179929 h 242500"/>
                <a:gd name="connsiteX8" fmla="*/ 0 w 198439"/>
                <a:gd name="connsiteY8" fmla="*/ 56099 h 242500"/>
                <a:gd name="connsiteX9" fmla="*/ 10217 w 198439"/>
                <a:gd name="connsiteY9" fmla="*/ 9511 h 242500"/>
                <a:gd name="connsiteX10" fmla="*/ 198439 w 198439"/>
                <a:gd name="connsiteY10" fmla="*/ 121580 h 242500"/>
                <a:gd name="connsiteX11" fmla="*/ 73619 w 198439"/>
                <a:gd name="connsiteY11" fmla="*/ 0 h 242500"/>
                <a:gd name="connsiteX0" fmla="*/ 198439 w 198439"/>
                <a:gd name="connsiteY0" fmla="*/ 112201 h 233121"/>
                <a:gd name="connsiteX1" fmla="*/ 52708 w 198439"/>
                <a:gd name="connsiteY1" fmla="*/ 48327 h 233121"/>
                <a:gd name="connsiteX2" fmla="*/ 103192 w 198439"/>
                <a:gd name="connsiteY2" fmla="*/ 175320 h 233121"/>
                <a:gd name="connsiteX3" fmla="*/ 95842 w 198439"/>
                <a:gd name="connsiteY3" fmla="*/ 223884 h 233121"/>
                <a:gd name="connsiteX4" fmla="*/ 92410 w 198439"/>
                <a:gd name="connsiteY4" fmla="*/ 233121 h 233121"/>
                <a:gd name="connsiteX5" fmla="*/ 31568 w 198439"/>
                <a:gd name="connsiteY5" fmla="*/ 233121 h 233121"/>
                <a:gd name="connsiteX6" fmla="*/ 37381 w 198439"/>
                <a:gd name="connsiteY6" fmla="*/ 221005 h 233121"/>
                <a:gd name="connsiteX7" fmla="*/ 47310 w 198439"/>
                <a:gd name="connsiteY7" fmla="*/ 170550 h 233121"/>
                <a:gd name="connsiteX8" fmla="*/ 0 w 198439"/>
                <a:gd name="connsiteY8" fmla="*/ 46720 h 233121"/>
                <a:gd name="connsiteX9" fmla="*/ 10217 w 198439"/>
                <a:gd name="connsiteY9" fmla="*/ 132 h 233121"/>
                <a:gd name="connsiteX10" fmla="*/ 198439 w 198439"/>
                <a:gd name="connsiteY10" fmla="*/ 112201 h 233121"/>
                <a:gd name="connsiteX0" fmla="*/ 198439 w 198439"/>
                <a:gd name="connsiteY0" fmla="*/ 112201 h 233121"/>
                <a:gd name="connsiteX1" fmla="*/ 103192 w 198439"/>
                <a:gd name="connsiteY1" fmla="*/ 175320 h 233121"/>
                <a:gd name="connsiteX2" fmla="*/ 95842 w 198439"/>
                <a:gd name="connsiteY2" fmla="*/ 223884 h 233121"/>
                <a:gd name="connsiteX3" fmla="*/ 92410 w 198439"/>
                <a:gd name="connsiteY3" fmla="*/ 233121 h 233121"/>
                <a:gd name="connsiteX4" fmla="*/ 31568 w 198439"/>
                <a:gd name="connsiteY4" fmla="*/ 233121 h 233121"/>
                <a:gd name="connsiteX5" fmla="*/ 37381 w 198439"/>
                <a:gd name="connsiteY5" fmla="*/ 221005 h 233121"/>
                <a:gd name="connsiteX6" fmla="*/ 47310 w 198439"/>
                <a:gd name="connsiteY6" fmla="*/ 170550 h 233121"/>
                <a:gd name="connsiteX7" fmla="*/ 0 w 198439"/>
                <a:gd name="connsiteY7" fmla="*/ 46720 h 233121"/>
                <a:gd name="connsiteX8" fmla="*/ 10217 w 198439"/>
                <a:gd name="connsiteY8" fmla="*/ 132 h 233121"/>
                <a:gd name="connsiteX9" fmla="*/ 198439 w 198439"/>
                <a:gd name="connsiteY9" fmla="*/ 112201 h 233121"/>
                <a:gd name="connsiteX0" fmla="*/ 198439 w 198439"/>
                <a:gd name="connsiteY0" fmla="*/ 112201 h 233121"/>
                <a:gd name="connsiteX1" fmla="*/ 95842 w 198439"/>
                <a:gd name="connsiteY1" fmla="*/ 223884 h 233121"/>
                <a:gd name="connsiteX2" fmla="*/ 92410 w 198439"/>
                <a:gd name="connsiteY2" fmla="*/ 233121 h 233121"/>
                <a:gd name="connsiteX3" fmla="*/ 31568 w 198439"/>
                <a:gd name="connsiteY3" fmla="*/ 233121 h 233121"/>
                <a:gd name="connsiteX4" fmla="*/ 37381 w 198439"/>
                <a:gd name="connsiteY4" fmla="*/ 221005 h 233121"/>
                <a:gd name="connsiteX5" fmla="*/ 47310 w 198439"/>
                <a:gd name="connsiteY5" fmla="*/ 170550 h 233121"/>
                <a:gd name="connsiteX6" fmla="*/ 0 w 198439"/>
                <a:gd name="connsiteY6" fmla="*/ 46720 h 233121"/>
                <a:gd name="connsiteX7" fmla="*/ 10217 w 198439"/>
                <a:gd name="connsiteY7" fmla="*/ 132 h 233121"/>
                <a:gd name="connsiteX8" fmla="*/ 198439 w 198439"/>
                <a:gd name="connsiteY8" fmla="*/ 112201 h 233121"/>
                <a:gd name="connsiteX0" fmla="*/ 31568 w 198439"/>
                <a:gd name="connsiteY0" fmla="*/ 233121 h 293911"/>
                <a:gd name="connsiteX1" fmla="*/ 37381 w 198439"/>
                <a:gd name="connsiteY1" fmla="*/ 221005 h 293911"/>
                <a:gd name="connsiteX2" fmla="*/ 47310 w 198439"/>
                <a:gd name="connsiteY2" fmla="*/ 170550 h 293911"/>
                <a:gd name="connsiteX3" fmla="*/ 0 w 198439"/>
                <a:gd name="connsiteY3" fmla="*/ 46720 h 293911"/>
                <a:gd name="connsiteX4" fmla="*/ 10217 w 198439"/>
                <a:gd name="connsiteY4" fmla="*/ 132 h 293911"/>
                <a:gd name="connsiteX5" fmla="*/ 198439 w 198439"/>
                <a:gd name="connsiteY5" fmla="*/ 112201 h 293911"/>
                <a:gd name="connsiteX6" fmla="*/ 95842 w 198439"/>
                <a:gd name="connsiteY6" fmla="*/ 223884 h 293911"/>
                <a:gd name="connsiteX7" fmla="*/ 183850 w 198439"/>
                <a:gd name="connsiteY7" fmla="*/ 293911 h 293911"/>
                <a:gd name="connsiteX0" fmla="*/ 31568 w 201775"/>
                <a:gd name="connsiteY0" fmla="*/ 232989 h 293779"/>
                <a:gd name="connsiteX1" fmla="*/ 37381 w 201775"/>
                <a:gd name="connsiteY1" fmla="*/ 220873 h 293779"/>
                <a:gd name="connsiteX2" fmla="*/ 47310 w 201775"/>
                <a:gd name="connsiteY2" fmla="*/ 170418 h 293779"/>
                <a:gd name="connsiteX3" fmla="*/ 0 w 201775"/>
                <a:gd name="connsiteY3" fmla="*/ 46588 h 293779"/>
                <a:gd name="connsiteX4" fmla="*/ 10217 w 201775"/>
                <a:gd name="connsiteY4" fmla="*/ 0 h 293779"/>
                <a:gd name="connsiteX5" fmla="*/ 161264 w 201775"/>
                <a:gd name="connsiteY5" fmla="*/ 85778 h 293779"/>
                <a:gd name="connsiteX6" fmla="*/ 198439 w 201775"/>
                <a:gd name="connsiteY6" fmla="*/ 112069 h 293779"/>
                <a:gd name="connsiteX7" fmla="*/ 95842 w 201775"/>
                <a:gd name="connsiteY7" fmla="*/ 223752 h 293779"/>
                <a:gd name="connsiteX8" fmla="*/ 183850 w 201775"/>
                <a:gd name="connsiteY8" fmla="*/ 293779 h 293779"/>
                <a:gd name="connsiteX0" fmla="*/ 31568 w 198439"/>
                <a:gd name="connsiteY0" fmla="*/ 232989 h 293779"/>
                <a:gd name="connsiteX1" fmla="*/ 37381 w 198439"/>
                <a:gd name="connsiteY1" fmla="*/ 220873 h 293779"/>
                <a:gd name="connsiteX2" fmla="*/ 47310 w 198439"/>
                <a:gd name="connsiteY2" fmla="*/ 170418 h 293779"/>
                <a:gd name="connsiteX3" fmla="*/ 0 w 198439"/>
                <a:gd name="connsiteY3" fmla="*/ 46588 h 293779"/>
                <a:gd name="connsiteX4" fmla="*/ 10217 w 198439"/>
                <a:gd name="connsiteY4" fmla="*/ 0 h 293779"/>
                <a:gd name="connsiteX5" fmla="*/ 198439 w 198439"/>
                <a:gd name="connsiteY5" fmla="*/ 112069 h 293779"/>
                <a:gd name="connsiteX6" fmla="*/ 95842 w 198439"/>
                <a:gd name="connsiteY6" fmla="*/ 223752 h 293779"/>
                <a:gd name="connsiteX7" fmla="*/ 183850 w 198439"/>
                <a:gd name="connsiteY7" fmla="*/ 293779 h 293779"/>
                <a:gd name="connsiteX0" fmla="*/ 31568 w 183850"/>
                <a:gd name="connsiteY0" fmla="*/ 232989 h 293779"/>
                <a:gd name="connsiteX1" fmla="*/ 37381 w 183850"/>
                <a:gd name="connsiteY1" fmla="*/ 220873 h 293779"/>
                <a:gd name="connsiteX2" fmla="*/ 47310 w 183850"/>
                <a:gd name="connsiteY2" fmla="*/ 170418 h 293779"/>
                <a:gd name="connsiteX3" fmla="*/ 0 w 183850"/>
                <a:gd name="connsiteY3" fmla="*/ 46588 h 293779"/>
                <a:gd name="connsiteX4" fmla="*/ 10217 w 183850"/>
                <a:gd name="connsiteY4" fmla="*/ 0 h 293779"/>
                <a:gd name="connsiteX5" fmla="*/ 95842 w 183850"/>
                <a:gd name="connsiteY5" fmla="*/ 223752 h 293779"/>
                <a:gd name="connsiteX6" fmla="*/ 183850 w 183850"/>
                <a:gd name="connsiteY6" fmla="*/ 293779 h 293779"/>
                <a:gd name="connsiteX0" fmla="*/ 31568 w 183850"/>
                <a:gd name="connsiteY0" fmla="*/ 232989 h 293779"/>
                <a:gd name="connsiteX1" fmla="*/ 37381 w 183850"/>
                <a:gd name="connsiteY1" fmla="*/ 220873 h 293779"/>
                <a:gd name="connsiteX2" fmla="*/ 47310 w 183850"/>
                <a:gd name="connsiteY2" fmla="*/ 170418 h 293779"/>
                <a:gd name="connsiteX3" fmla="*/ 0 w 183850"/>
                <a:gd name="connsiteY3" fmla="*/ 46588 h 293779"/>
                <a:gd name="connsiteX4" fmla="*/ 10217 w 183850"/>
                <a:gd name="connsiteY4" fmla="*/ 0 h 293779"/>
                <a:gd name="connsiteX5" fmla="*/ 183850 w 183850"/>
                <a:gd name="connsiteY5" fmla="*/ 293779 h 293779"/>
                <a:gd name="connsiteX0" fmla="*/ 31568 w 47331"/>
                <a:gd name="connsiteY0" fmla="*/ 232989 h 232989"/>
                <a:gd name="connsiteX1" fmla="*/ 37381 w 47331"/>
                <a:gd name="connsiteY1" fmla="*/ 220873 h 232989"/>
                <a:gd name="connsiteX2" fmla="*/ 47310 w 47331"/>
                <a:gd name="connsiteY2" fmla="*/ 170418 h 232989"/>
                <a:gd name="connsiteX3" fmla="*/ 0 w 47331"/>
                <a:gd name="connsiteY3" fmla="*/ 46588 h 232989"/>
                <a:gd name="connsiteX4" fmla="*/ 10217 w 47331"/>
                <a:gd name="connsiteY4" fmla="*/ 0 h 232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331" h="232989">
                  <a:moveTo>
                    <a:pt x="31568" y="232989"/>
                  </a:moveTo>
                  <a:lnTo>
                    <a:pt x="37381" y="220873"/>
                  </a:lnTo>
                  <a:cubicBezTo>
                    <a:pt x="42854" y="206936"/>
                    <a:pt x="47695" y="188483"/>
                    <a:pt x="47310" y="170418"/>
                  </a:cubicBezTo>
                  <a:cubicBezTo>
                    <a:pt x="46539" y="134289"/>
                    <a:pt x="4208" y="93811"/>
                    <a:pt x="0" y="46588"/>
                  </a:cubicBezTo>
                  <a:cubicBezTo>
                    <a:pt x="0" y="28391"/>
                    <a:pt x="4840" y="11921"/>
                    <a:pt x="10217" y="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9" name="群組 413">
            <a:extLst>
              <a:ext uri="{FF2B5EF4-FFF2-40B4-BE49-F238E27FC236}">
                <a16:creationId xmlns:a16="http://schemas.microsoft.com/office/drawing/2014/main" id="{D66BBEC5-3D5E-0244-A2E4-419C063A51F2}"/>
              </a:ext>
            </a:extLst>
          </p:cNvPr>
          <p:cNvGrpSpPr/>
          <p:nvPr/>
        </p:nvGrpSpPr>
        <p:grpSpPr>
          <a:xfrm>
            <a:off x="5728603" y="4007518"/>
            <a:ext cx="107448" cy="605664"/>
            <a:chOff x="917477" y="1881286"/>
            <a:chExt cx="107448" cy="364769"/>
          </a:xfrm>
        </p:grpSpPr>
        <p:sp>
          <p:nvSpPr>
            <p:cNvPr id="40" name="手繪多邊形 414">
              <a:extLst>
                <a:ext uri="{FF2B5EF4-FFF2-40B4-BE49-F238E27FC236}">
                  <a16:creationId xmlns:a16="http://schemas.microsoft.com/office/drawing/2014/main" id="{E10A7344-33C2-444B-884D-B5D7A39C85C4}"/>
                </a:ext>
              </a:extLst>
            </p:cNvPr>
            <p:cNvSpPr/>
            <p:nvPr/>
          </p:nvSpPr>
          <p:spPr>
            <a:xfrm rot="580019">
              <a:off x="919119" y="1881286"/>
              <a:ext cx="103201" cy="364769"/>
            </a:xfrm>
            <a:custGeom>
              <a:avLst/>
              <a:gdLst>
                <a:gd name="connsiteX0" fmla="*/ 15559 w 103201"/>
                <a:gd name="connsiteY0" fmla="*/ 0 h 242500"/>
                <a:gd name="connsiteX1" fmla="*/ 73619 w 103201"/>
                <a:gd name="connsiteY1" fmla="*/ 0 h 242500"/>
                <a:gd name="connsiteX2" fmla="*/ 67199 w 103201"/>
                <a:gd name="connsiteY2" fmla="*/ 7044 h 242500"/>
                <a:gd name="connsiteX3" fmla="*/ 52708 w 103201"/>
                <a:gd name="connsiteY3" fmla="*/ 57706 h 242500"/>
                <a:gd name="connsiteX4" fmla="*/ 103192 w 103201"/>
                <a:gd name="connsiteY4" fmla="*/ 184699 h 242500"/>
                <a:gd name="connsiteX5" fmla="*/ 95842 w 103201"/>
                <a:gd name="connsiteY5" fmla="*/ 233263 h 242500"/>
                <a:gd name="connsiteX6" fmla="*/ 92410 w 103201"/>
                <a:gd name="connsiteY6" fmla="*/ 242500 h 242500"/>
                <a:gd name="connsiteX7" fmla="*/ 31568 w 103201"/>
                <a:gd name="connsiteY7" fmla="*/ 242500 h 242500"/>
                <a:gd name="connsiteX8" fmla="*/ 37381 w 103201"/>
                <a:gd name="connsiteY8" fmla="*/ 230384 h 242500"/>
                <a:gd name="connsiteX9" fmla="*/ 47310 w 103201"/>
                <a:gd name="connsiteY9" fmla="*/ 179929 h 242500"/>
                <a:gd name="connsiteX10" fmla="*/ 0 w 103201"/>
                <a:gd name="connsiteY10" fmla="*/ 56099 h 242500"/>
                <a:gd name="connsiteX11" fmla="*/ 10217 w 103201"/>
                <a:gd name="connsiteY11" fmla="*/ 9511 h 24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3201" h="242500">
                  <a:moveTo>
                    <a:pt x="15559" y="0"/>
                  </a:moveTo>
                  <a:lnTo>
                    <a:pt x="73619" y="0"/>
                  </a:lnTo>
                  <a:lnTo>
                    <a:pt x="67199" y="7044"/>
                  </a:lnTo>
                  <a:cubicBezTo>
                    <a:pt x="59279" y="18276"/>
                    <a:pt x="52058" y="35149"/>
                    <a:pt x="52708" y="57706"/>
                  </a:cubicBezTo>
                  <a:cubicBezTo>
                    <a:pt x="54007" y="102822"/>
                    <a:pt x="104009" y="147252"/>
                    <a:pt x="103192" y="184699"/>
                  </a:cubicBezTo>
                  <a:cubicBezTo>
                    <a:pt x="102783" y="203422"/>
                    <a:pt x="99530" y="220683"/>
                    <a:pt x="95842" y="233263"/>
                  </a:cubicBezTo>
                  <a:lnTo>
                    <a:pt x="92410" y="242500"/>
                  </a:lnTo>
                  <a:lnTo>
                    <a:pt x="31568" y="242500"/>
                  </a:lnTo>
                  <a:lnTo>
                    <a:pt x="37381" y="230384"/>
                  </a:lnTo>
                  <a:cubicBezTo>
                    <a:pt x="42854" y="216447"/>
                    <a:pt x="47695" y="197994"/>
                    <a:pt x="47310" y="179929"/>
                  </a:cubicBezTo>
                  <a:cubicBezTo>
                    <a:pt x="46539" y="143800"/>
                    <a:pt x="4208" y="103322"/>
                    <a:pt x="0" y="56099"/>
                  </a:cubicBezTo>
                  <a:cubicBezTo>
                    <a:pt x="0" y="37902"/>
                    <a:pt x="4840" y="21432"/>
                    <a:pt x="10217" y="9511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1" name="手繪多邊形 415">
              <a:extLst>
                <a:ext uri="{FF2B5EF4-FFF2-40B4-BE49-F238E27FC236}">
                  <a16:creationId xmlns:a16="http://schemas.microsoft.com/office/drawing/2014/main" id="{415E0341-C7E5-A54D-AE71-B3B63882165A}"/>
                </a:ext>
              </a:extLst>
            </p:cNvPr>
            <p:cNvSpPr/>
            <p:nvPr/>
          </p:nvSpPr>
          <p:spPr>
            <a:xfrm rot="580019">
              <a:off x="917477" y="1888439"/>
              <a:ext cx="47331" cy="350462"/>
            </a:xfrm>
            <a:custGeom>
              <a:avLst/>
              <a:gdLst>
                <a:gd name="connsiteX0" fmla="*/ 15559 w 103201"/>
                <a:gd name="connsiteY0" fmla="*/ 0 h 242500"/>
                <a:gd name="connsiteX1" fmla="*/ 73619 w 103201"/>
                <a:gd name="connsiteY1" fmla="*/ 0 h 242500"/>
                <a:gd name="connsiteX2" fmla="*/ 67199 w 103201"/>
                <a:gd name="connsiteY2" fmla="*/ 7044 h 242500"/>
                <a:gd name="connsiteX3" fmla="*/ 52708 w 103201"/>
                <a:gd name="connsiteY3" fmla="*/ 57706 h 242500"/>
                <a:gd name="connsiteX4" fmla="*/ 103192 w 103201"/>
                <a:gd name="connsiteY4" fmla="*/ 184699 h 242500"/>
                <a:gd name="connsiteX5" fmla="*/ 95842 w 103201"/>
                <a:gd name="connsiteY5" fmla="*/ 233263 h 242500"/>
                <a:gd name="connsiteX6" fmla="*/ 92410 w 103201"/>
                <a:gd name="connsiteY6" fmla="*/ 242500 h 242500"/>
                <a:gd name="connsiteX7" fmla="*/ 31568 w 103201"/>
                <a:gd name="connsiteY7" fmla="*/ 242500 h 242500"/>
                <a:gd name="connsiteX8" fmla="*/ 37381 w 103201"/>
                <a:gd name="connsiteY8" fmla="*/ 230384 h 242500"/>
                <a:gd name="connsiteX9" fmla="*/ 47310 w 103201"/>
                <a:gd name="connsiteY9" fmla="*/ 179929 h 242500"/>
                <a:gd name="connsiteX10" fmla="*/ 0 w 103201"/>
                <a:gd name="connsiteY10" fmla="*/ 56099 h 242500"/>
                <a:gd name="connsiteX11" fmla="*/ 10217 w 103201"/>
                <a:gd name="connsiteY11" fmla="*/ 9511 h 242500"/>
                <a:gd name="connsiteX0" fmla="*/ 73619 w 106999"/>
                <a:gd name="connsiteY0" fmla="*/ 0 h 242500"/>
                <a:gd name="connsiteX1" fmla="*/ 67199 w 106999"/>
                <a:gd name="connsiteY1" fmla="*/ 7044 h 242500"/>
                <a:gd name="connsiteX2" fmla="*/ 52708 w 106999"/>
                <a:gd name="connsiteY2" fmla="*/ 57706 h 242500"/>
                <a:gd name="connsiteX3" fmla="*/ 103192 w 106999"/>
                <a:gd name="connsiteY3" fmla="*/ 184699 h 242500"/>
                <a:gd name="connsiteX4" fmla="*/ 95842 w 106999"/>
                <a:gd name="connsiteY4" fmla="*/ 233263 h 242500"/>
                <a:gd name="connsiteX5" fmla="*/ 92410 w 106999"/>
                <a:gd name="connsiteY5" fmla="*/ 242500 h 242500"/>
                <a:gd name="connsiteX6" fmla="*/ 31568 w 106999"/>
                <a:gd name="connsiteY6" fmla="*/ 242500 h 242500"/>
                <a:gd name="connsiteX7" fmla="*/ 37381 w 106999"/>
                <a:gd name="connsiteY7" fmla="*/ 230384 h 242500"/>
                <a:gd name="connsiteX8" fmla="*/ 47310 w 106999"/>
                <a:gd name="connsiteY8" fmla="*/ 179929 h 242500"/>
                <a:gd name="connsiteX9" fmla="*/ 0 w 106999"/>
                <a:gd name="connsiteY9" fmla="*/ 56099 h 242500"/>
                <a:gd name="connsiteX10" fmla="*/ 10217 w 106999"/>
                <a:gd name="connsiteY10" fmla="*/ 9511 h 242500"/>
                <a:gd name="connsiteX11" fmla="*/ 106999 w 106999"/>
                <a:gd name="connsiteY11" fmla="*/ 60790 h 242500"/>
                <a:gd name="connsiteX0" fmla="*/ 73619 w 106999"/>
                <a:gd name="connsiteY0" fmla="*/ 0 h 242500"/>
                <a:gd name="connsiteX1" fmla="*/ 67199 w 106999"/>
                <a:gd name="connsiteY1" fmla="*/ 7044 h 242500"/>
                <a:gd name="connsiteX2" fmla="*/ 52708 w 106999"/>
                <a:gd name="connsiteY2" fmla="*/ 57706 h 242500"/>
                <a:gd name="connsiteX3" fmla="*/ 103192 w 106999"/>
                <a:gd name="connsiteY3" fmla="*/ 184699 h 242500"/>
                <a:gd name="connsiteX4" fmla="*/ 95842 w 106999"/>
                <a:gd name="connsiteY4" fmla="*/ 233263 h 242500"/>
                <a:gd name="connsiteX5" fmla="*/ 92410 w 106999"/>
                <a:gd name="connsiteY5" fmla="*/ 242500 h 242500"/>
                <a:gd name="connsiteX6" fmla="*/ 31568 w 106999"/>
                <a:gd name="connsiteY6" fmla="*/ 242500 h 242500"/>
                <a:gd name="connsiteX7" fmla="*/ 37381 w 106999"/>
                <a:gd name="connsiteY7" fmla="*/ 230384 h 242500"/>
                <a:gd name="connsiteX8" fmla="*/ 47310 w 106999"/>
                <a:gd name="connsiteY8" fmla="*/ 179929 h 242500"/>
                <a:gd name="connsiteX9" fmla="*/ 0 w 106999"/>
                <a:gd name="connsiteY9" fmla="*/ 56099 h 242500"/>
                <a:gd name="connsiteX10" fmla="*/ 10217 w 106999"/>
                <a:gd name="connsiteY10" fmla="*/ 9511 h 242500"/>
                <a:gd name="connsiteX11" fmla="*/ 106999 w 106999"/>
                <a:gd name="connsiteY11" fmla="*/ 60790 h 242500"/>
                <a:gd name="connsiteX12" fmla="*/ 73619 w 106999"/>
                <a:gd name="connsiteY12" fmla="*/ 0 h 242500"/>
                <a:gd name="connsiteX0" fmla="*/ 73619 w 198439"/>
                <a:gd name="connsiteY0" fmla="*/ 0 h 242500"/>
                <a:gd name="connsiteX1" fmla="*/ 67199 w 198439"/>
                <a:gd name="connsiteY1" fmla="*/ 7044 h 242500"/>
                <a:gd name="connsiteX2" fmla="*/ 52708 w 198439"/>
                <a:gd name="connsiteY2" fmla="*/ 57706 h 242500"/>
                <a:gd name="connsiteX3" fmla="*/ 103192 w 198439"/>
                <a:gd name="connsiteY3" fmla="*/ 184699 h 242500"/>
                <a:gd name="connsiteX4" fmla="*/ 95842 w 198439"/>
                <a:gd name="connsiteY4" fmla="*/ 233263 h 242500"/>
                <a:gd name="connsiteX5" fmla="*/ 92410 w 198439"/>
                <a:gd name="connsiteY5" fmla="*/ 242500 h 242500"/>
                <a:gd name="connsiteX6" fmla="*/ 31568 w 198439"/>
                <a:gd name="connsiteY6" fmla="*/ 242500 h 242500"/>
                <a:gd name="connsiteX7" fmla="*/ 37381 w 198439"/>
                <a:gd name="connsiteY7" fmla="*/ 230384 h 242500"/>
                <a:gd name="connsiteX8" fmla="*/ 47310 w 198439"/>
                <a:gd name="connsiteY8" fmla="*/ 179929 h 242500"/>
                <a:gd name="connsiteX9" fmla="*/ 0 w 198439"/>
                <a:gd name="connsiteY9" fmla="*/ 56099 h 242500"/>
                <a:gd name="connsiteX10" fmla="*/ 10217 w 198439"/>
                <a:gd name="connsiteY10" fmla="*/ 9511 h 242500"/>
                <a:gd name="connsiteX11" fmla="*/ 198439 w 198439"/>
                <a:gd name="connsiteY11" fmla="*/ 121580 h 242500"/>
                <a:gd name="connsiteX0" fmla="*/ 73619 w 198439"/>
                <a:gd name="connsiteY0" fmla="*/ 0 h 242500"/>
                <a:gd name="connsiteX1" fmla="*/ 67199 w 198439"/>
                <a:gd name="connsiteY1" fmla="*/ 7044 h 242500"/>
                <a:gd name="connsiteX2" fmla="*/ 52708 w 198439"/>
                <a:gd name="connsiteY2" fmla="*/ 57706 h 242500"/>
                <a:gd name="connsiteX3" fmla="*/ 103192 w 198439"/>
                <a:gd name="connsiteY3" fmla="*/ 184699 h 242500"/>
                <a:gd name="connsiteX4" fmla="*/ 95842 w 198439"/>
                <a:gd name="connsiteY4" fmla="*/ 233263 h 242500"/>
                <a:gd name="connsiteX5" fmla="*/ 92410 w 198439"/>
                <a:gd name="connsiteY5" fmla="*/ 242500 h 242500"/>
                <a:gd name="connsiteX6" fmla="*/ 31568 w 198439"/>
                <a:gd name="connsiteY6" fmla="*/ 242500 h 242500"/>
                <a:gd name="connsiteX7" fmla="*/ 37381 w 198439"/>
                <a:gd name="connsiteY7" fmla="*/ 230384 h 242500"/>
                <a:gd name="connsiteX8" fmla="*/ 47310 w 198439"/>
                <a:gd name="connsiteY8" fmla="*/ 179929 h 242500"/>
                <a:gd name="connsiteX9" fmla="*/ 0 w 198439"/>
                <a:gd name="connsiteY9" fmla="*/ 56099 h 242500"/>
                <a:gd name="connsiteX10" fmla="*/ 10217 w 198439"/>
                <a:gd name="connsiteY10" fmla="*/ 9511 h 242500"/>
                <a:gd name="connsiteX11" fmla="*/ 198439 w 198439"/>
                <a:gd name="connsiteY11" fmla="*/ 121580 h 242500"/>
                <a:gd name="connsiteX12" fmla="*/ 73619 w 198439"/>
                <a:gd name="connsiteY12" fmla="*/ 0 h 242500"/>
                <a:gd name="connsiteX0" fmla="*/ 73619 w 198439"/>
                <a:gd name="connsiteY0" fmla="*/ 0 h 242500"/>
                <a:gd name="connsiteX1" fmla="*/ 52708 w 198439"/>
                <a:gd name="connsiteY1" fmla="*/ 57706 h 242500"/>
                <a:gd name="connsiteX2" fmla="*/ 103192 w 198439"/>
                <a:gd name="connsiteY2" fmla="*/ 184699 h 242500"/>
                <a:gd name="connsiteX3" fmla="*/ 95842 w 198439"/>
                <a:gd name="connsiteY3" fmla="*/ 233263 h 242500"/>
                <a:gd name="connsiteX4" fmla="*/ 92410 w 198439"/>
                <a:gd name="connsiteY4" fmla="*/ 242500 h 242500"/>
                <a:gd name="connsiteX5" fmla="*/ 31568 w 198439"/>
                <a:gd name="connsiteY5" fmla="*/ 242500 h 242500"/>
                <a:gd name="connsiteX6" fmla="*/ 37381 w 198439"/>
                <a:gd name="connsiteY6" fmla="*/ 230384 h 242500"/>
                <a:gd name="connsiteX7" fmla="*/ 47310 w 198439"/>
                <a:gd name="connsiteY7" fmla="*/ 179929 h 242500"/>
                <a:gd name="connsiteX8" fmla="*/ 0 w 198439"/>
                <a:gd name="connsiteY8" fmla="*/ 56099 h 242500"/>
                <a:gd name="connsiteX9" fmla="*/ 10217 w 198439"/>
                <a:gd name="connsiteY9" fmla="*/ 9511 h 242500"/>
                <a:gd name="connsiteX10" fmla="*/ 198439 w 198439"/>
                <a:gd name="connsiteY10" fmla="*/ 121580 h 242500"/>
                <a:gd name="connsiteX11" fmla="*/ 73619 w 198439"/>
                <a:gd name="connsiteY11" fmla="*/ 0 h 242500"/>
                <a:gd name="connsiteX0" fmla="*/ 198439 w 198439"/>
                <a:gd name="connsiteY0" fmla="*/ 112201 h 233121"/>
                <a:gd name="connsiteX1" fmla="*/ 52708 w 198439"/>
                <a:gd name="connsiteY1" fmla="*/ 48327 h 233121"/>
                <a:gd name="connsiteX2" fmla="*/ 103192 w 198439"/>
                <a:gd name="connsiteY2" fmla="*/ 175320 h 233121"/>
                <a:gd name="connsiteX3" fmla="*/ 95842 w 198439"/>
                <a:gd name="connsiteY3" fmla="*/ 223884 h 233121"/>
                <a:gd name="connsiteX4" fmla="*/ 92410 w 198439"/>
                <a:gd name="connsiteY4" fmla="*/ 233121 h 233121"/>
                <a:gd name="connsiteX5" fmla="*/ 31568 w 198439"/>
                <a:gd name="connsiteY5" fmla="*/ 233121 h 233121"/>
                <a:gd name="connsiteX6" fmla="*/ 37381 w 198439"/>
                <a:gd name="connsiteY6" fmla="*/ 221005 h 233121"/>
                <a:gd name="connsiteX7" fmla="*/ 47310 w 198439"/>
                <a:gd name="connsiteY7" fmla="*/ 170550 h 233121"/>
                <a:gd name="connsiteX8" fmla="*/ 0 w 198439"/>
                <a:gd name="connsiteY8" fmla="*/ 46720 h 233121"/>
                <a:gd name="connsiteX9" fmla="*/ 10217 w 198439"/>
                <a:gd name="connsiteY9" fmla="*/ 132 h 233121"/>
                <a:gd name="connsiteX10" fmla="*/ 198439 w 198439"/>
                <a:gd name="connsiteY10" fmla="*/ 112201 h 233121"/>
                <a:gd name="connsiteX0" fmla="*/ 198439 w 198439"/>
                <a:gd name="connsiteY0" fmla="*/ 112201 h 233121"/>
                <a:gd name="connsiteX1" fmla="*/ 103192 w 198439"/>
                <a:gd name="connsiteY1" fmla="*/ 175320 h 233121"/>
                <a:gd name="connsiteX2" fmla="*/ 95842 w 198439"/>
                <a:gd name="connsiteY2" fmla="*/ 223884 h 233121"/>
                <a:gd name="connsiteX3" fmla="*/ 92410 w 198439"/>
                <a:gd name="connsiteY3" fmla="*/ 233121 h 233121"/>
                <a:gd name="connsiteX4" fmla="*/ 31568 w 198439"/>
                <a:gd name="connsiteY4" fmla="*/ 233121 h 233121"/>
                <a:gd name="connsiteX5" fmla="*/ 37381 w 198439"/>
                <a:gd name="connsiteY5" fmla="*/ 221005 h 233121"/>
                <a:gd name="connsiteX6" fmla="*/ 47310 w 198439"/>
                <a:gd name="connsiteY6" fmla="*/ 170550 h 233121"/>
                <a:gd name="connsiteX7" fmla="*/ 0 w 198439"/>
                <a:gd name="connsiteY7" fmla="*/ 46720 h 233121"/>
                <a:gd name="connsiteX8" fmla="*/ 10217 w 198439"/>
                <a:gd name="connsiteY8" fmla="*/ 132 h 233121"/>
                <a:gd name="connsiteX9" fmla="*/ 198439 w 198439"/>
                <a:gd name="connsiteY9" fmla="*/ 112201 h 233121"/>
                <a:gd name="connsiteX0" fmla="*/ 198439 w 198439"/>
                <a:gd name="connsiteY0" fmla="*/ 112201 h 233121"/>
                <a:gd name="connsiteX1" fmla="*/ 95842 w 198439"/>
                <a:gd name="connsiteY1" fmla="*/ 223884 h 233121"/>
                <a:gd name="connsiteX2" fmla="*/ 92410 w 198439"/>
                <a:gd name="connsiteY2" fmla="*/ 233121 h 233121"/>
                <a:gd name="connsiteX3" fmla="*/ 31568 w 198439"/>
                <a:gd name="connsiteY3" fmla="*/ 233121 h 233121"/>
                <a:gd name="connsiteX4" fmla="*/ 37381 w 198439"/>
                <a:gd name="connsiteY4" fmla="*/ 221005 h 233121"/>
                <a:gd name="connsiteX5" fmla="*/ 47310 w 198439"/>
                <a:gd name="connsiteY5" fmla="*/ 170550 h 233121"/>
                <a:gd name="connsiteX6" fmla="*/ 0 w 198439"/>
                <a:gd name="connsiteY6" fmla="*/ 46720 h 233121"/>
                <a:gd name="connsiteX7" fmla="*/ 10217 w 198439"/>
                <a:gd name="connsiteY7" fmla="*/ 132 h 233121"/>
                <a:gd name="connsiteX8" fmla="*/ 198439 w 198439"/>
                <a:gd name="connsiteY8" fmla="*/ 112201 h 233121"/>
                <a:gd name="connsiteX0" fmla="*/ 31568 w 198439"/>
                <a:gd name="connsiteY0" fmla="*/ 233121 h 293911"/>
                <a:gd name="connsiteX1" fmla="*/ 37381 w 198439"/>
                <a:gd name="connsiteY1" fmla="*/ 221005 h 293911"/>
                <a:gd name="connsiteX2" fmla="*/ 47310 w 198439"/>
                <a:gd name="connsiteY2" fmla="*/ 170550 h 293911"/>
                <a:gd name="connsiteX3" fmla="*/ 0 w 198439"/>
                <a:gd name="connsiteY3" fmla="*/ 46720 h 293911"/>
                <a:gd name="connsiteX4" fmla="*/ 10217 w 198439"/>
                <a:gd name="connsiteY4" fmla="*/ 132 h 293911"/>
                <a:gd name="connsiteX5" fmla="*/ 198439 w 198439"/>
                <a:gd name="connsiteY5" fmla="*/ 112201 h 293911"/>
                <a:gd name="connsiteX6" fmla="*/ 95842 w 198439"/>
                <a:gd name="connsiteY6" fmla="*/ 223884 h 293911"/>
                <a:gd name="connsiteX7" fmla="*/ 183850 w 198439"/>
                <a:gd name="connsiteY7" fmla="*/ 293911 h 293911"/>
                <a:gd name="connsiteX0" fmla="*/ 31568 w 201775"/>
                <a:gd name="connsiteY0" fmla="*/ 232989 h 293779"/>
                <a:gd name="connsiteX1" fmla="*/ 37381 w 201775"/>
                <a:gd name="connsiteY1" fmla="*/ 220873 h 293779"/>
                <a:gd name="connsiteX2" fmla="*/ 47310 w 201775"/>
                <a:gd name="connsiteY2" fmla="*/ 170418 h 293779"/>
                <a:gd name="connsiteX3" fmla="*/ 0 w 201775"/>
                <a:gd name="connsiteY3" fmla="*/ 46588 h 293779"/>
                <a:gd name="connsiteX4" fmla="*/ 10217 w 201775"/>
                <a:gd name="connsiteY4" fmla="*/ 0 h 293779"/>
                <a:gd name="connsiteX5" fmla="*/ 161264 w 201775"/>
                <a:gd name="connsiteY5" fmla="*/ 85778 h 293779"/>
                <a:gd name="connsiteX6" fmla="*/ 198439 w 201775"/>
                <a:gd name="connsiteY6" fmla="*/ 112069 h 293779"/>
                <a:gd name="connsiteX7" fmla="*/ 95842 w 201775"/>
                <a:gd name="connsiteY7" fmla="*/ 223752 h 293779"/>
                <a:gd name="connsiteX8" fmla="*/ 183850 w 201775"/>
                <a:gd name="connsiteY8" fmla="*/ 293779 h 293779"/>
                <a:gd name="connsiteX0" fmla="*/ 31568 w 198439"/>
                <a:gd name="connsiteY0" fmla="*/ 232989 h 293779"/>
                <a:gd name="connsiteX1" fmla="*/ 37381 w 198439"/>
                <a:gd name="connsiteY1" fmla="*/ 220873 h 293779"/>
                <a:gd name="connsiteX2" fmla="*/ 47310 w 198439"/>
                <a:gd name="connsiteY2" fmla="*/ 170418 h 293779"/>
                <a:gd name="connsiteX3" fmla="*/ 0 w 198439"/>
                <a:gd name="connsiteY3" fmla="*/ 46588 h 293779"/>
                <a:gd name="connsiteX4" fmla="*/ 10217 w 198439"/>
                <a:gd name="connsiteY4" fmla="*/ 0 h 293779"/>
                <a:gd name="connsiteX5" fmla="*/ 198439 w 198439"/>
                <a:gd name="connsiteY5" fmla="*/ 112069 h 293779"/>
                <a:gd name="connsiteX6" fmla="*/ 95842 w 198439"/>
                <a:gd name="connsiteY6" fmla="*/ 223752 h 293779"/>
                <a:gd name="connsiteX7" fmla="*/ 183850 w 198439"/>
                <a:gd name="connsiteY7" fmla="*/ 293779 h 293779"/>
                <a:gd name="connsiteX0" fmla="*/ 31568 w 183850"/>
                <a:gd name="connsiteY0" fmla="*/ 232989 h 293779"/>
                <a:gd name="connsiteX1" fmla="*/ 37381 w 183850"/>
                <a:gd name="connsiteY1" fmla="*/ 220873 h 293779"/>
                <a:gd name="connsiteX2" fmla="*/ 47310 w 183850"/>
                <a:gd name="connsiteY2" fmla="*/ 170418 h 293779"/>
                <a:gd name="connsiteX3" fmla="*/ 0 w 183850"/>
                <a:gd name="connsiteY3" fmla="*/ 46588 h 293779"/>
                <a:gd name="connsiteX4" fmla="*/ 10217 w 183850"/>
                <a:gd name="connsiteY4" fmla="*/ 0 h 293779"/>
                <a:gd name="connsiteX5" fmla="*/ 95842 w 183850"/>
                <a:gd name="connsiteY5" fmla="*/ 223752 h 293779"/>
                <a:gd name="connsiteX6" fmla="*/ 183850 w 183850"/>
                <a:gd name="connsiteY6" fmla="*/ 293779 h 293779"/>
                <a:gd name="connsiteX0" fmla="*/ 31568 w 183850"/>
                <a:gd name="connsiteY0" fmla="*/ 232989 h 293779"/>
                <a:gd name="connsiteX1" fmla="*/ 37381 w 183850"/>
                <a:gd name="connsiteY1" fmla="*/ 220873 h 293779"/>
                <a:gd name="connsiteX2" fmla="*/ 47310 w 183850"/>
                <a:gd name="connsiteY2" fmla="*/ 170418 h 293779"/>
                <a:gd name="connsiteX3" fmla="*/ 0 w 183850"/>
                <a:gd name="connsiteY3" fmla="*/ 46588 h 293779"/>
                <a:gd name="connsiteX4" fmla="*/ 10217 w 183850"/>
                <a:gd name="connsiteY4" fmla="*/ 0 h 293779"/>
                <a:gd name="connsiteX5" fmla="*/ 183850 w 183850"/>
                <a:gd name="connsiteY5" fmla="*/ 293779 h 293779"/>
                <a:gd name="connsiteX0" fmla="*/ 31568 w 47331"/>
                <a:gd name="connsiteY0" fmla="*/ 232989 h 232989"/>
                <a:gd name="connsiteX1" fmla="*/ 37381 w 47331"/>
                <a:gd name="connsiteY1" fmla="*/ 220873 h 232989"/>
                <a:gd name="connsiteX2" fmla="*/ 47310 w 47331"/>
                <a:gd name="connsiteY2" fmla="*/ 170418 h 232989"/>
                <a:gd name="connsiteX3" fmla="*/ 0 w 47331"/>
                <a:gd name="connsiteY3" fmla="*/ 46588 h 232989"/>
                <a:gd name="connsiteX4" fmla="*/ 10217 w 47331"/>
                <a:gd name="connsiteY4" fmla="*/ 0 h 232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331" h="232989">
                  <a:moveTo>
                    <a:pt x="31568" y="232989"/>
                  </a:moveTo>
                  <a:lnTo>
                    <a:pt x="37381" y="220873"/>
                  </a:lnTo>
                  <a:cubicBezTo>
                    <a:pt x="42854" y="206936"/>
                    <a:pt x="47695" y="188483"/>
                    <a:pt x="47310" y="170418"/>
                  </a:cubicBezTo>
                  <a:cubicBezTo>
                    <a:pt x="46539" y="134289"/>
                    <a:pt x="4208" y="93811"/>
                    <a:pt x="0" y="46588"/>
                  </a:cubicBezTo>
                  <a:cubicBezTo>
                    <a:pt x="0" y="28391"/>
                    <a:pt x="4840" y="11921"/>
                    <a:pt x="10217" y="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" name="手繪多邊形 416">
              <a:extLst>
                <a:ext uri="{FF2B5EF4-FFF2-40B4-BE49-F238E27FC236}">
                  <a16:creationId xmlns:a16="http://schemas.microsoft.com/office/drawing/2014/main" id="{7D7F109A-F6A8-2943-A871-8D6416B9F41A}"/>
                </a:ext>
              </a:extLst>
            </p:cNvPr>
            <p:cNvSpPr/>
            <p:nvPr/>
          </p:nvSpPr>
          <p:spPr>
            <a:xfrm rot="580019">
              <a:off x="977594" y="1894311"/>
              <a:ext cx="47331" cy="350462"/>
            </a:xfrm>
            <a:custGeom>
              <a:avLst/>
              <a:gdLst>
                <a:gd name="connsiteX0" fmla="*/ 15559 w 103201"/>
                <a:gd name="connsiteY0" fmla="*/ 0 h 242500"/>
                <a:gd name="connsiteX1" fmla="*/ 73619 w 103201"/>
                <a:gd name="connsiteY1" fmla="*/ 0 h 242500"/>
                <a:gd name="connsiteX2" fmla="*/ 67199 w 103201"/>
                <a:gd name="connsiteY2" fmla="*/ 7044 h 242500"/>
                <a:gd name="connsiteX3" fmla="*/ 52708 w 103201"/>
                <a:gd name="connsiteY3" fmla="*/ 57706 h 242500"/>
                <a:gd name="connsiteX4" fmla="*/ 103192 w 103201"/>
                <a:gd name="connsiteY4" fmla="*/ 184699 h 242500"/>
                <a:gd name="connsiteX5" fmla="*/ 95842 w 103201"/>
                <a:gd name="connsiteY5" fmla="*/ 233263 h 242500"/>
                <a:gd name="connsiteX6" fmla="*/ 92410 w 103201"/>
                <a:gd name="connsiteY6" fmla="*/ 242500 h 242500"/>
                <a:gd name="connsiteX7" fmla="*/ 31568 w 103201"/>
                <a:gd name="connsiteY7" fmla="*/ 242500 h 242500"/>
                <a:gd name="connsiteX8" fmla="*/ 37381 w 103201"/>
                <a:gd name="connsiteY8" fmla="*/ 230384 h 242500"/>
                <a:gd name="connsiteX9" fmla="*/ 47310 w 103201"/>
                <a:gd name="connsiteY9" fmla="*/ 179929 h 242500"/>
                <a:gd name="connsiteX10" fmla="*/ 0 w 103201"/>
                <a:gd name="connsiteY10" fmla="*/ 56099 h 242500"/>
                <a:gd name="connsiteX11" fmla="*/ 10217 w 103201"/>
                <a:gd name="connsiteY11" fmla="*/ 9511 h 242500"/>
                <a:gd name="connsiteX0" fmla="*/ 73619 w 106999"/>
                <a:gd name="connsiteY0" fmla="*/ 0 h 242500"/>
                <a:gd name="connsiteX1" fmla="*/ 67199 w 106999"/>
                <a:gd name="connsiteY1" fmla="*/ 7044 h 242500"/>
                <a:gd name="connsiteX2" fmla="*/ 52708 w 106999"/>
                <a:gd name="connsiteY2" fmla="*/ 57706 h 242500"/>
                <a:gd name="connsiteX3" fmla="*/ 103192 w 106999"/>
                <a:gd name="connsiteY3" fmla="*/ 184699 h 242500"/>
                <a:gd name="connsiteX4" fmla="*/ 95842 w 106999"/>
                <a:gd name="connsiteY4" fmla="*/ 233263 h 242500"/>
                <a:gd name="connsiteX5" fmla="*/ 92410 w 106999"/>
                <a:gd name="connsiteY5" fmla="*/ 242500 h 242500"/>
                <a:gd name="connsiteX6" fmla="*/ 31568 w 106999"/>
                <a:gd name="connsiteY6" fmla="*/ 242500 h 242500"/>
                <a:gd name="connsiteX7" fmla="*/ 37381 w 106999"/>
                <a:gd name="connsiteY7" fmla="*/ 230384 h 242500"/>
                <a:gd name="connsiteX8" fmla="*/ 47310 w 106999"/>
                <a:gd name="connsiteY8" fmla="*/ 179929 h 242500"/>
                <a:gd name="connsiteX9" fmla="*/ 0 w 106999"/>
                <a:gd name="connsiteY9" fmla="*/ 56099 h 242500"/>
                <a:gd name="connsiteX10" fmla="*/ 10217 w 106999"/>
                <a:gd name="connsiteY10" fmla="*/ 9511 h 242500"/>
                <a:gd name="connsiteX11" fmla="*/ 106999 w 106999"/>
                <a:gd name="connsiteY11" fmla="*/ 60790 h 242500"/>
                <a:gd name="connsiteX0" fmla="*/ 73619 w 106999"/>
                <a:gd name="connsiteY0" fmla="*/ 0 h 242500"/>
                <a:gd name="connsiteX1" fmla="*/ 67199 w 106999"/>
                <a:gd name="connsiteY1" fmla="*/ 7044 h 242500"/>
                <a:gd name="connsiteX2" fmla="*/ 52708 w 106999"/>
                <a:gd name="connsiteY2" fmla="*/ 57706 h 242500"/>
                <a:gd name="connsiteX3" fmla="*/ 103192 w 106999"/>
                <a:gd name="connsiteY3" fmla="*/ 184699 h 242500"/>
                <a:gd name="connsiteX4" fmla="*/ 95842 w 106999"/>
                <a:gd name="connsiteY4" fmla="*/ 233263 h 242500"/>
                <a:gd name="connsiteX5" fmla="*/ 92410 w 106999"/>
                <a:gd name="connsiteY5" fmla="*/ 242500 h 242500"/>
                <a:gd name="connsiteX6" fmla="*/ 31568 w 106999"/>
                <a:gd name="connsiteY6" fmla="*/ 242500 h 242500"/>
                <a:gd name="connsiteX7" fmla="*/ 37381 w 106999"/>
                <a:gd name="connsiteY7" fmla="*/ 230384 h 242500"/>
                <a:gd name="connsiteX8" fmla="*/ 47310 w 106999"/>
                <a:gd name="connsiteY8" fmla="*/ 179929 h 242500"/>
                <a:gd name="connsiteX9" fmla="*/ 0 w 106999"/>
                <a:gd name="connsiteY9" fmla="*/ 56099 h 242500"/>
                <a:gd name="connsiteX10" fmla="*/ 10217 w 106999"/>
                <a:gd name="connsiteY10" fmla="*/ 9511 h 242500"/>
                <a:gd name="connsiteX11" fmla="*/ 106999 w 106999"/>
                <a:gd name="connsiteY11" fmla="*/ 60790 h 242500"/>
                <a:gd name="connsiteX12" fmla="*/ 73619 w 106999"/>
                <a:gd name="connsiteY12" fmla="*/ 0 h 242500"/>
                <a:gd name="connsiteX0" fmla="*/ 73619 w 198439"/>
                <a:gd name="connsiteY0" fmla="*/ 0 h 242500"/>
                <a:gd name="connsiteX1" fmla="*/ 67199 w 198439"/>
                <a:gd name="connsiteY1" fmla="*/ 7044 h 242500"/>
                <a:gd name="connsiteX2" fmla="*/ 52708 w 198439"/>
                <a:gd name="connsiteY2" fmla="*/ 57706 h 242500"/>
                <a:gd name="connsiteX3" fmla="*/ 103192 w 198439"/>
                <a:gd name="connsiteY3" fmla="*/ 184699 h 242500"/>
                <a:gd name="connsiteX4" fmla="*/ 95842 w 198439"/>
                <a:gd name="connsiteY4" fmla="*/ 233263 h 242500"/>
                <a:gd name="connsiteX5" fmla="*/ 92410 w 198439"/>
                <a:gd name="connsiteY5" fmla="*/ 242500 h 242500"/>
                <a:gd name="connsiteX6" fmla="*/ 31568 w 198439"/>
                <a:gd name="connsiteY6" fmla="*/ 242500 h 242500"/>
                <a:gd name="connsiteX7" fmla="*/ 37381 w 198439"/>
                <a:gd name="connsiteY7" fmla="*/ 230384 h 242500"/>
                <a:gd name="connsiteX8" fmla="*/ 47310 w 198439"/>
                <a:gd name="connsiteY8" fmla="*/ 179929 h 242500"/>
                <a:gd name="connsiteX9" fmla="*/ 0 w 198439"/>
                <a:gd name="connsiteY9" fmla="*/ 56099 h 242500"/>
                <a:gd name="connsiteX10" fmla="*/ 10217 w 198439"/>
                <a:gd name="connsiteY10" fmla="*/ 9511 h 242500"/>
                <a:gd name="connsiteX11" fmla="*/ 198439 w 198439"/>
                <a:gd name="connsiteY11" fmla="*/ 121580 h 242500"/>
                <a:gd name="connsiteX0" fmla="*/ 73619 w 198439"/>
                <a:gd name="connsiteY0" fmla="*/ 0 h 242500"/>
                <a:gd name="connsiteX1" fmla="*/ 67199 w 198439"/>
                <a:gd name="connsiteY1" fmla="*/ 7044 h 242500"/>
                <a:gd name="connsiteX2" fmla="*/ 52708 w 198439"/>
                <a:gd name="connsiteY2" fmla="*/ 57706 h 242500"/>
                <a:gd name="connsiteX3" fmla="*/ 103192 w 198439"/>
                <a:gd name="connsiteY3" fmla="*/ 184699 h 242500"/>
                <a:gd name="connsiteX4" fmla="*/ 95842 w 198439"/>
                <a:gd name="connsiteY4" fmla="*/ 233263 h 242500"/>
                <a:gd name="connsiteX5" fmla="*/ 92410 w 198439"/>
                <a:gd name="connsiteY5" fmla="*/ 242500 h 242500"/>
                <a:gd name="connsiteX6" fmla="*/ 31568 w 198439"/>
                <a:gd name="connsiteY6" fmla="*/ 242500 h 242500"/>
                <a:gd name="connsiteX7" fmla="*/ 37381 w 198439"/>
                <a:gd name="connsiteY7" fmla="*/ 230384 h 242500"/>
                <a:gd name="connsiteX8" fmla="*/ 47310 w 198439"/>
                <a:gd name="connsiteY8" fmla="*/ 179929 h 242500"/>
                <a:gd name="connsiteX9" fmla="*/ 0 w 198439"/>
                <a:gd name="connsiteY9" fmla="*/ 56099 h 242500"/>
                <a:gd name="connsiteX10" fmla="*/ 10217 w 198439"/>
                <a:gd name="connsiteY10" fmla="*/ 9511 h 242500"/>
                <a:gd name="connsiteX11" fmla="*/ 198439 w 198439"/>
                <a:gd name="connsiteY11" fmla="*/ 121580 h 242500"/>
                <a:gd name="connsiteX12" fmla="*/ 73619 w 198439"/>
                <a:gd name="connsiteY12" fmla="*/ 0 h 242500"/>
                <a:gd name="connsiteX0" fmla="*/ 73619 w 198439"/>
                <a:gd name="connsiteY0" fmla="*/ 0 h 242500"/>
                <a:gd name="connsiteX1" fmla="*/ 52708 w 198439"/>
                <a:gd name="connsiteY1" fmla="*/ 57706 h 242500"/>
                <a:gd name="connsiteX2" fmla="*/ 103192 w 198439"/>
                <a:gd name="connsiteY2" fmla="*/ 184699 h 242500"/>
                <a:gd name="connsiteX3" fmla="*/ 95842 w 198439"/>
                <a:gd name="connsiteY3" fmla="*/ 233263 h 242500"/>
                <a:gd name="connsiteX4" fmla="*/ 92410 w 198439"/>
                <a:gd name="connsiteY4" fmla="*/ 242500 h 242500"/>
                <a:gd name="connsiteX5" fmla="*/ 31568 w 198439"/>
                <a:gd name="connsiteY5" fmla="*/ 242500 h 242500"/>
                <a:gd name="connsiteX6" fmla="*/ 37381 w 198439"/>
                <a:gd name="connsiteY6" fmla="*/ 230384 h 242500"/>
                <a:gd name="connsiteX7" fmla="*/ 47310 w 198439"/>
                <a:gd name="connsiteY7" fmla="*/ 179929 h 242500"/>
                <a:gd name="connsiteX8" fmla="*/ 0 w 198439"/>
                <a:gd name="connsiteY8" fmla="*/ 56099 h 242500"/>
                <a:gd name="connsiteX9" fmla="*/ 10217 w 198439"/>
                <a:gd name="connsiteY9" fmla="*/ 9511 h 242500"/>
                <a:gd name="connsiteX10" fmla="*/ 198439 w 198439"/>
                <a:gd name="connsiteY10" fmla="*/ 121580 h 242500"/>
                <a:gd name="connsiteX11" fmla="*/ 73619 w 198439"/>
                <a:gd name="connsiteY11" fmla="*/ 0 h 242500"/>
                <a:gd name="connsiteX0" fmla="*/ 198439 w 198439"/>
                <a:gd name="connsiteY0" fmla="*/ 112201 h 233121"/>
                <a:gd name="connsiteX1" fmla="*/ 52708 w 198439"/>
                <a:gd name="connsiteY1" fmla="*/ 48327 h 233121"/>
                <a:gd name="connsiteX2" fmla="*/ 103192 w 198439"/>
                <a:gd name="connsiteY2" fmla="*/ 175320 h 233121"/>
                <a:gd name="connsiteX3" fmla="*/ 95842 w 198439"/>
                <a:gd name="connsiteY3" fmla="*/ 223884 h 233121"/>
                <a:gd name="connsiteX4" fmla="*/ 92410 w 198439"/>
                <a:gd name="connsiteY4" fmla="*/ 233121 h 233121"/>
                <a:gd name="connsiteX5" fmla="*/ 31568 w 198439"/>
                <a:gd name="connsiteY5" fmla="*/ 233121 h 233121"/>
                <a:gd name="connsiteX6" fmla="*/ 37381 w 198439"/>
                <a:gd name="connsiteY6" fmla="*/ 221005 h 233121"/>
                <a:gd name="connsiteX7" fmla="*/ 47310 w 198439"/>
                <a:gd name="connsiteY7" fmla="*/ 170550 h 233121"/>
                <a:gd name="connsiteX8" fmla="*/ 0 w 198439"/>
                <a:gd name="connsiteY8" fmla="*/ 46720 h 233121"/>
                <a:gd name="connsiteX9" fmla="*/ 10217 w 198439"/>
                <a:gd name="connsiteY9" fmla="*/ 132 h 233121"/>
                <a:gd name="connsiteX10" fmla="*/ 198439 w 198439"/>
                <a:gd name="connsiteY10" fmla="*/ 112201 h 233121"/>
                <a:gd name="connsiteX0" fmla="*/ 198439 w 198439"/>
                <a:gd name="connsiteY0" fmla="*/ 112201 h 233121"/>
                <a:gd name="connsiteX1" fmla="*/ 103192 w 198439"/>
                <a:gd name="connsiteY1" fmla="*/ 175320 h 233121"/>
                <a:gd name="connsiteX2" fmla="*/ 95842 w 198439"/>
                <a:gd name="connsiteY2" fmla="*/ 223884 h 233121"/>
                <a:gd name="connsiteX3" fmla="*/ 92410 w 198439"/>
                <a:gd name="connsiteY3" fmla="*/ 233121 h 233121"/>
                <a:gd name="connsiteX4" fmla="*/ 31568 w 198439"/>
                <a:gd name="connsiteY4" fmla="*/ 233121 h 233121"/>
                <a:gd name="connsiteX5" fmla="*/ 37381 w 198439"/>
                <a:gd name="connsiteY5" fmla="*/ 221005 h 233121"/>
                <a:gd name="connsiteX6" fmla="*/ 47310 w 198439"/>
                <a:gd name="connsiteY6" fmla="*/ 170550 h 233121"/>
                <a:gd name="connsiteX7" fmla="*/ 0 w 198439"/>
                <a:gd name="connsiteY7" fmla="*/ 46720 h 233121"/>
                <a:gd name="connsiteX8" fmla="*/ 10217 w 198439"/>
                <a:gd name="connsiteY8" fmla="*/ 132 h 233121"/>
                <a:gd name="connsiteX9" fmla="*/ 198439 w 198439"/>
                <a:gd name="connsiteY9" fmla="*/ 112201 h 233121"/>
                <a:gd name="connsiteX0" fmla="*/ 198439 w 198439"/>
                <a:gd name="connsiteY0" fmla="*/ 112201 h 233121"/>
                <a:gd name="connsiteX1" fmla="*/ 95842 w 198439"/>
                <a:gd name="connsiteY1" fmla="*/ 223884 h 233121"/>
                <a:gd name="connsiteX2" fmla="*/ 92410 w 198439"/>
                <a:gd name="connsiteY2" fmla="*/ 233121 h 233121"/>
                <a:gd name="connsiteX3" fmla="*/ 31568 w 198439"/>
                <a:gd name="connsiteY3" fmla="*/ 233121 h 233121"/>
                <a:gd name="connsiteX4" fmla="*/ 37381 w 198439"/>
                <a:gd name="connsiteY4" fmla="*/ 221005 h 233121"/>
                <a:gd name="connsiteX5" fmla="*/ 47310 w 198439"/>
                <a:gd name="connsiteY5" fmla="*/ 170550 h 233121"/>
                <a:gd name="connsiteX6" fmla="*/ 0 w 198439"/>
                <a:gd name="connsiteY6" fmla="*/ 46720 h 233121"/>
                <a:gd name="connsiteX7" fmla="*/ 10217 w 198439"/>
                <a:gd name="connsiteY7" fmla="*/ 132 h 233121"/>
                <a:gd name="connsiteX8" fmla="*/ 198439 w 198439"/>
                <a:gd name="connsiteY8" fmla="*/ 112201 h 233121"/>
                <a:gd name="connsiteX0" fmla="*/ 31568 w 198439"/>
                <a:gd name="connsiteY0" fmla="*/ 233121 h 293911"/>
                <a:gd name="connsiteX1" fmla="*/ 37381 w 198439"/>
                <a:gd name="connsiteY1" fmla="*/ 221005 h 293911"/>
                <a:gd name="connsiteX2" fmla="*/ 47310 w 198439"/>
                <a:gd name="connsiteY2" fmla="*/ 170550 h 293911"/>
                <a:gd name="connsiteX3" fmla="*/ 0 w 198439"/>
                <a:gd name="connsiteY3" fmla="*/ 46720 h 293911"/>
                <a:gd name="connsiteX4" fmla="*/ 10217 w 198439"/>
                <a:gd name="connsiteY4" fmla="*/ 132 h 293911"/>
                <a:gd name="connsiteX5" fmla="*/ 198439 w 198439"/>
                <a:gd name="connsiteY5" fmla="*/ 112201 h 293911"/>
                <a:gd name="connsiteX6" fmla="*/ 95842 w 198439"/>
                <a:gd name="connsiteY6" fmla="*/ 223884 h 293911"/>
                <a:gd name="connsiteX7" fmla="*/ 183850 w 198439"/>
                <a:gd name="connsiteY7" fmla="*/ 293911 h 293911"/>
                <a:gd name="connsiteX0" fmla="*/ 31568 w 201775"/>
                <a:gd name="connsiteY0" fmla="*/ 232989 h 293779"/>
                <a:gd name="connsiteX1" fmla="*/ 37381 w 201775"/>
                <a:gd name="connsiteY1" fmla="*/ 220873 h 293779"/>
                <a:gd name="connsiteX2" fmla="*/ 47310 w 201775"/>
                <a:gd name="connsiteY2" fmla="*/ 170418 h 293779"/>
                <a:gd name="connsiteX3" fmla="*/ 0 w 201775"/>
                <a:gd name="connsiteY3" fmla="*/ 46588 h 293779"/>
                <a:gd name="connsiteX4" fmla="*/ 10217 w 201775"/>
                <a:gd name="connsiteY4" fmla="*/ 0 h 293779"/>
                <a:gd name="connsiteX5" fmla="*/ 161264 w 201775"/>
                <a:gd name="connsiteY5" fmla="*/ 85778 h 293779"/>
                <a:gd name="connsiteX6" fmla="*/ 198439 w 201775"/>
                <a:gd name="connsiteY6" fmla="*/ 112069 h 293779"/>
                <a:gd name="connsiteX7" fmla="*/ 95842 w 201775"/>
                <a:gd name="connsiteY7" fmla="*/ 223752 h 293779"/>
                <a:gd name="connsiteX8" fmla="*/ 183850 w 201775"/>
                <a:gd name="connsiteY8" fmla="*/ 293779 h 293779"/>
                <a:gd name="connsiteX0" fmla="*/ 31568 w 198439"/>
                <a:gd name="connsiteY0" fmla="*/ 232989 h 293779"/>
                <a:gd name="connsiteX1" fmla="*/ 37381 w 198439"/>
                <a:gd name="connsiteY1" fmla="*/ 220873 h 293779"/>
                <a:gd name="connsiteX2" fmla="*/ 47310 w 198439"/>
                <a:gd name="connsiteY2" fmla="*/ 170418 h 293779"/>
                <a:gd name="connsiteX3" fmla="*/ 0 w 198439"/>
                <a:gd name="connsiteY3" fmla="*/ 46588 h 293779"/>
                <a:gd name="connsiteX4" fmla="*/ 10217 w 198439"/>
                <a:gd name="connsiteY4" fmla="*/ 0 h 293779"/>
                <a:gd name="connsiteX5" fmla="*/ 198439 w 198439"/>
                <a:gd name="connsiteY5" fmla="*/ 112069 h 293779"/>
                <a:gd name="connsiteX6" fmla="*/ 95842 w 198439"/>
                <a:gd name="connsiteY6" fmla="*/ 223752 h 293779"/>
                <a:gd name="connsiteX7" fmla="*/ 183850 w 198439"/>
                <a:gd name="connsiteY7" fmla="*/ 293779 h 293779"/>
                <a:gd name="connsiteX0" fmla="*/ 31568 w 183850"/>
                <a:gd name="connsiteY0" fmla="*/ 232989 h 293779"/>
                <a:gd name="connsiteX1" fmla="*/ 37381 w 183850"/>
                <a:gd name="connsiteY1" fmla="*/ 220873 h 293779"/>
                <a:gd name="connsiteX2" fmla="*/ 47310 w 183850"/>
                <a:gd name="connsiteY2" fmla="*/ 170418 h 293779"/>
                <a:gd name="connsiteX3" fmla="*/ 0 w 183850"/>
                <a:gd name="connsiteY3" fmla="*/ 46588 h 293779"/>
                <a:gd name="connsiteX4" fmla="*/ 10217 w 183850"/>
                <a:gd name="connsiteY4" fmla="*/ 0 h 293779"/>
                <a:gd name="connsiteX5" fmla="*/ 95842 w 183850"/>
                <a:gd name="connsiteY5" fmla="*/ 223752 h 293779"/>
                <a:gd name="connsiteX6" fmla="*/ 183850 w 183850"/>
                <a:gd name="connsiteY6" fmla="*/ 293779 h 293779"/>
                <a:gd name="connsiteX0" fmla="*/ 31568 w 183850"/>
                <a:gd name="connsiteY0" fmla="*/ 232989 h 293779"/>
                <a:gd name="connsiteX1" fmla="*/ 37381 w 183850"/>
                <a:gd name="connsiteY1" fmla="*/ 220873 h 293779"/>
                <a:gd name="connsiteX2" fmla="*/ 47310 w 183850"/>
                <a:gd name="connsiteY2" fmla="*/ 170418 h 293779"/>
                <a:gd name="connsiteX3" fmla="*/ 0 w 183850"/>
                <a:gd name="connsiteY3" fmla="*/ 46588 h 293779"/>
                <a:gd name="connsiteX4" fmla="*/ 10217 w 183850"/>
                <a:gd name="connsiteY4" fmla="*/ 0 h 293779"/>
                <a:gd name="connsiteX5" fmla="*/ 183850 w 183850"/>
                <a:gd name="connsiteY5" fmla="*/ 293779 h 293779"/>
                <a:gd name="connsiteX0" fmla="*/ 31568 w 47331"/>
                <a:gd name="connsiteY0" fmla="*/ 232989 h 232989"/>
                <a:gd name="connsiteX1" fmla="*/ 37381 w 47331"/>
                <a:gd name="connsiteY1" fmla="*/ 220873 h 232989"/>
                <a:gd name="connsiteX2" fmla="*/ 47310 w 47331"/>
                <a:gd name="connsiteY2" fmla="*/ 170418 h 232989"/>
                <a:gd name="connsiteX3" fmla="*/ 0 w 47331"/>
                <a:gd name="connsiteY3" fmla="*/ 46588 h 232989"/>
                <a:gd name="connsiteX4" fmla="*/ 10217 w 47331"/>
                <a:gd name="connsiteY4" fmla="*/ 0 h 232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331" h="232989">
                  <a:moveTo>
                    <a:pt x="31568" y="232989"/>
                  </a:moveTo>
                  <a:lnTo>
                    <a:pt x="37381" y="220873"/>
                  </a:lnTo>
                  <a:cubicBezTo>
                    <a:pt x="42854" y="206936"/>
                    <a:pt x="47695" y="188483"/>
                    <a:pt x="47310" y="170418"/>
                  </a:cubicBezTo>
                  <a:cubicBezTo>
                    <a:pt x="46539" y="134289"/>
                    <a:pt x="4208" y="93811"/>
                    <a:pt x="0" y="46588"/>
                  </a:cubicBezTo>
                  <a:cubicBezTo>
                    <a:pt x="0" y="28391"/>
                    <a:pt x="4840" y="11921"/>
                    <a:pt x="10217" y="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48" name="群組 413">
            <a:extLst>
              <a:ext uri="{FF2B5EF4-FFF2-40B4-BE49-F238E27FC236}">
                <a16:creationId xmlns:a16="http://schemas.microsoft.com/office/drawing/2014/main" id="{A60802D3-3B2A-0C41-8736-D70667FBF69E}"/>
              </a:ext>
            </a:extLst>
          </p:cNvPr>
          <p:cNvGrpSpPr/>
          <p:nvPr/>
        </p:nvGrpSpPr>
        <p:grpSpPr>
          <a:xfrm>
            <a:off x="1506008" y="3135750"/>
            <a:ext cx="107448" cy="605664"/>
            <a:chOff x="917477" y="1881286"/>
            <a:chExt cx="107448" cy="364769"/>
          </a:xfrm>
        </p:grpSpPr>
        <p:sp>
          <p:nvSpPr>
            <p:cNvPr id="49" name="手繪多邊形 414">
              <a:extLst>
                <a:ext uri="{FF2B5EF4-FFF2-40B4-BE49-F238E27FC236}">
                  <a16:creationId xmlns:a16="http://schemas.microsoft.com/office/drawing/2014/main" id="{F4AA792F-CF5D-3F43-A2A0-84E43A25B929}"/>
                </a:ext>
              </a:extLst>
            </p:cNvPr>
            <p:cNvSpPr/>
            <p:nvPr/>
          </p:nvSpPr>
          <p:spPr>
            <a:xfrm rot="580019">
              <a:off x="919119" y="1881286"/>
              <a:ext cx="103201" cy="364769"/>
            </a:xfrm>
            <a:custGeom>
              <a:avLst/>
              <a:gdLst>
                <a:gd name="connsiteX0" fmla="*/ 15559 w 103201"/>
                <a:gd name="connsiteY0" fmla="*/ 0 h 242500"/>
                <a:gd name="connsiteX1" fmla="*/ 73619 w 103201"/>
                <a:gd name="connsiteY1" fmla="*/ 0 h 242500"/>
                <a:gd name="connsiteX2" fmla="*/ 67199 w 103201"/>
                <a:gd name="connsiteY2" fmla="*/ 7044 h 242500"/>
                <a:gd name="connsiteX3" fmla="*/ 52708 w 103201"/>
                <a:gd name="connsiteY3" fmla="*/ 57706 h 242500"/>
                <a:gd name="connsiteX4" fmla="*/ 103192 w 103201"/>
                <a:gd name="connsiteY4" fmla="*/ 184699 h 242500"/>
                <a:gd name="connsiteX5" fmla="*/ 95842 w 103201"/>
                <a:gd name="connsiteY5" fmla="*/ 233263 h 242500"/>
                <a:gd name="connsiteX6" fmla="*/ 92410 w 103201"/>
                <a:gd name="connsiteY6" fmla="*/ 242500 h 242500"/>
                <a:gd name="connsiteX7" fmla="*/ 31568 w 103201"/>
                <a:gd name="connsiteY7" fmla="*/ 242500 h 242500"/>
                <a:gd name="connsiteX8" fmla="*/ 37381 w 103201"/>
                <a:gd name="connsiteY8" fmla="*/ 230384 h 242500"/>
                <a:gd name="connsiteX9" fmla="*/ 47310 w 103201"/>
                <a:gd name="connsiteY9" fmla="*/ 179929 h 242500"/>
                <a:gd name="connsiteX10" fmla="*/ 0 w 103201"/>
                <a:gd name="connsiteY10" fmla="*/ 56099 h 242500"/>
                <a:gd name="connsiteX11" fmla="*/ 10217 w 103201"/>
                <a:gd name="connsiteY11" fmla="*/ 9511 h 24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3201" h="242500">
                  <a:moveTo>
                    <a:pt x="15559" y="0"/>
                  </a:moveTo>
                  <a:lnTo>
                    <a:pt x="73619" y="0"/>
                  </a:lnTo>
                  <a:lnTo>
                    <a:pt x="67199" y="7044"/>
                  </a:lnTo>
                  <a:cubicBezTo>
                    <a:pt x="59279" y="18276"/>
                    <a:pt x="52058" y="35149"/>
                    <a:pt x="52708" y="57706"/>
                  </a:cubicBezTo>
                  <a:cubicBezTo>
                    <a:pt x="54007" y="102822"/>
                    <a:pt x="104009" y="147252"/>
                    <a:pt x="103192" y="184699"/>
                  </a:cubicBezTo>
                  <a:cubicBezTo>
                    <a:pt x="102783" y="203422"/>
                    <a:pt x="99530" y="220683"/>
                    <a:pt x="95842" y="233263"/>
                  </a:cubicBezTo>
                  <a:lnTo>
                    <a:pt x="92410" y="242500"/>
                  </a:lnTo>
                  <a:lnTo>
                    <a:pt x="31568" y="242500"/>
                  </a:lnTo>
                  <a:lnTo>
                    <a:pt x="37381" y="230384"/>
                  </a:lnTo>
                  <a:cubicBezTo>
                    <a:pt x="42854" y="216447"/>
                    <a:pt x="47695" y="197994"/>
                    <a:pt x="47310" y="179929"/>
                  </a:cubicBezTo>
                  <a:cubicBezTo>
                    <a:pt x="46539" y="143800"/>
                    <a:pt x="4208" y="103322"/>
                    <a:pt x="0" y="56099"/>
                  </a:cubicBezTo>
                  <a:cubicBezTo>
                    <a:pt x="0" y="37902"/>
                    <a:pt x="4840" y="21432"/>
                    <a:pt x="10217" y="9511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手繪多邊形 415">
              <a:extLst>
                <a:ext uri="{FF2B5EF4-FFF2-40B4-BE49-F238E27FC236}">
                  <a16:creationId xmlns:a16="http://schemas.microsoft.com/office/drawing/2014/main" id="{80595E5C-AA6B-AC4A-A062-62E3B1C82EAE}"/>
                </a:ext>
              </a:extLst>
            </p:cNvPr>
            <p:cNvSpPr/>
            <p:nvPr/>
          </p:nvSpPr>
          <p:spPr>
            <a:xfrm rot="580019">
              <a:off x="917477" y="1888439"/>
              <a:ext cx="47331" cy="350462"/>
            </a:xfrm>
            <a:custGeom>
              <a:avLst/>
              <a:gdLst>
                <a:gd name="connsiteX0" fmla="*/ 15559 w 103201"/>
                <a:gd name="connsiteY0" fmla="*/ 0 h 242500"/>
                <a:gd name="connsiteX1" fmla="*/ 73619 w 103201"/>
                <a:gd name="connsiteY1" fmla="*/ 0 h 242500"/>
                <a:gd name="connsiteX2" fmla="*/ 67199 w 103201"/>
                <a:gd name="connsiteY2" fmla="*/ 7044 h 242500"/>
                <a:gd name="connsiteX3" fmla="*/ 52708 w 103201"/>
                <a:gd name="connsiteY3" fmla="*/ 57706 h 242500"/>
                <a:gd name="connsiteX4" fmla="*/ 103192 w 103201"/>
                <a:gd name="connsiteY4" fmla="*/ 184699 h 242500"/>
                <a:gd name="connsiteX5" fmla="*/ 95842 w 103201"/>
                <a:gd name="connsiteY5" fmla="*/ 233263 h 242500"/>
                <a:gd name="connsiteX6" fmla="*/ 92410 w 103201"/>
                <a:gd name="connsiteY6" fmla="*/ 242500 h 242500"/>
                <a:gd name="connsiteX7" fmla="*/ 31568 w 103201"/>
                <a:gd name="connsiteY7" fmla="*/ 242500 h 242500"/>
                <a:gd name="connsiteX8" fmla="*/ 37381 w 103201"/>
                <a:gd name="connsiteY8" fmla="*/ 230384 h 242500"/>
                <a:gd name="connsiteX9" fmla="*/ 47310 w 103201"/>
                <a:gd name="connsiteY9" fmla="*/ 179929 h 242500"/>
                <a:gd name="connsiteX10" fmla="*/ 0 w 103201"/>
                <a:gd name="connsiteY10" fmla="*/ 56099 h 242500"/>
                <a:gd name="connsiteX11" fmla="*/ 10217 w 103201"/>
                <a:gd name="connsiteY11" fmla="*/ 9511 h 242500"/>
                <a:gd name="connsiteX0" fmla="*/ 73619 w 106999"/>
                <a:gd name="connsiteY0" fmla="*/ 0 h 242500"/>
                <a:gd name="connsiteX1" fmla="*/ 67199 w 106999"/>
                <a:gd name="connsiteY1" fmla="*/ 7044 h 242500"/>
                <a:gd name="connsiteX2" fmla="*/ 52708 w 106999"/>
                <a:gd name="connsiteY2" fmla="*/ 57706 h 242500"/>
                <a:gd name="connsiteX3" fmla="*/ 103192 w 106999"/>
                <a:gd name="connsiteY3" fmla="*/ 184699 h 242500"/>
                <a:gd name="connsiteX4" fmla="*/ 95842 w 106999"/>
                <a:gd name="connsiteY4" fmla="*/ 233263 h 242500"/>
                <a:gd name="connsiteX5" fmla="*/ 92410 w 106999"/>
                <a:gd name="connsiteY5" fmla="*/ 242500 h 242500"/>
                <a:gd name="connsiteX6" fmla="*/ 31568 w 106999"/>
                <a:gd name="connsiteY6" fmla="*/ 242500 h 242500"/>
                <a:gd name="connsiteX7" fmla="*/ 37381 w 106999"/>
                <a:gd name="connsiteY7" fmla="*/ 230384 h 242500"/>
                <a:gd name="connsiteX8" fmla="*/ 47310 w 106999"/>
                <a:gd name="connsiteY8" fmla="*/ 179929 h 242500"/>
                <a:gd name="connsiteX9" fmla="*/ 0 w 106999"/>
                <a:gd name="connsiteY9" fmla="*/ 56099 h 242500"/>
                <a:gd name="connsiteX10" fmla="*/ 10217 w 106999"/>
                <a:gd name="connsiteY10" fmla="*/ 9511 h 242500"/>
                <a:gd name="connsiteX11" fmla="*/ 106999 w 106999"/>
                <a:gd name="connsiteY11" fmla="*/ 60790 h 242500"/>
                <a:gd name="connsiteX0" fmla="*/ 73619 w 106999"/>
                <a:gd name="connsiteY0" fmla="*/ 0 h 242500"/>
                <a:gd name="connsiteX1" fmla="*/ 67199 w 106999"/>
                <a:gd name="connsiteY1" fmla="*/ 7044 h 242500"/>
                <a:gd name="connsiteX2" fmla="*/ 52708 w 106999"/>
                <a:gd name="connsiteY2" fmla="*/ 57706 h 242500"/>
                <a:gd name="connsiteX3" fmla="*/ 103192 w 106999"/>
                <a:gd name="connsiteY3" fmla="*/ 184699 h 242500"/>
                <a:gd name="connsiteX4" fmla="*/ 95842 w 106999"/>
                <a:gd name="connsiteY4" fmla="*/ 233263 h 242500"/>
                <a:gd name="connsiteX5" fmla="*/ 92410 w 106999"/>
                <a:gd name="connsiteY5" fmla="*/ 242500 h 242500"/>
                <a:gd name="connsiteX6" fmla="*/ 31568 w 106999"/>
                <a:gd name="connsiteY6" fmla="*/ 242500 h 242500"/>
                <a:gd name="connsiteX7" fmla="*/ 37381 w 106999"/>
                <a:gd name="connsiteY7" fmla="*/ 230384 h 242500"/>
                <a:gd name="connsiteX8" fmla="*/ 47310 w 106999"/>
                <a:gd name="connsiteY8" fmla="*/ 179929 h 242500"/>
                <a:gd name="connsiteX9" fmla="*/ 0 w 106999"/>
                <a:gd name="connsiteY9" fmla="*/ 56099 h 242500"/>
                <a:gd name="connsiteX10" fmla="*/ 10217 w 106999"/>
                <a:gd name="connsiteY10" fmla="*/ 9511 h 242500"/>
                <a:gd name="connsiteX11" fmla="*/ 106999 w 106999"/>
                <a:gd name="connsiteY11" fmla="*/ 60790 h 242500"/>
                <a:gd name="connsiteX12" fmla="*/ 73619 w 106999"/>
                <a:gd name="connsiteY12" fmla="*/ 0 h 242500"/>
                <a:gd name="connsiteX0" fmla="*/ 73619 w 198439"/>
                <a:gd name="connsiteY0" fmla="*/ 0 h 242500"/>
                <a:gd name="connsiteX1" fmla="*/ 67199 w 198439"/>
                <a:gd name="connsiteY1" fmla="*/ 7044 h 242500"/>
                <a:gd name="connsiteX2" fmla="*/ 52708 w 198439"/>
                <a:gd name="connsiteY2" fmla="*/ 57706 h 242500"/>
                <a:gd name="connsiteX3" fmla="*/ 103192 w 198439"/>
                <a:gd name="connsiteY3" fmla="*/ 184699 h 242500"/>
                <a:gd name="connsiteX4" fmla="*/ 95842 w 198439"/>
                <a:gd name="connsiteY4" fmla="*/ 233263 h 242500"/>
                <a:gd name="connsiteX5" fmla="*/ 92410 w 198439"/>
                <a:gd name="connsiteY5" fmla="*/ 242500 h 242500"/>
                <a:gd name="connsiteX6" fmla="*/ 31568 w 198439"/>
                <a:gd name="connsiteY6" fmla="*/ 242500 h 242500"/>
                <a:gd name="connsiteX7" fmla="*/ 37381 w 198439"/>
                <a:gd name="connsiteY7" fmla="*/ 230384 h 242500"/>
                <a:gd name="connsiteX8" fmla="*/ 47310 w 198439"/>
                <a:gd name="connsiteY8" fmla="*/ 179929 h 242500"/>
                <a:gd name="connsiteX9" fmla="*/ 0 w 198439"/>
                <a:gd name="connsiteY9" fmla="*/ 56099 h 242500"/>
                <a:gd name="connsiteX10" fmla="*/ 10217 w 198439"/>
                <a:gd name="connsiteY10" fmla="*/ 9511 h 242500"/>
                <a:gd name="connsiteX11" fmla="*/ 198439 w 198439"/>
                <a:gd name="connsiteY11" fmla="*/ 121580 h 242500"/>
                <a:gd name="connsiteX0" fmla="*/ 73619 w 198439"/>
                <a:gd name="connsiteY0" fmla="*/ 0 h 242500"/>
                <a:gd name="connsiteX1" fmla="*/ 67199 w 198439"/>
                <a:gd name="connsiteY1" fmla="*/ 7044 h 242500"/>
                <a:gd name="connsiteX2" fmla="*/ 52708 w 198439"/>
                <a:gd name="connsiteY2" fmla="*/ 57706 h 242500"/>
                <a:gd name="connsiteX3" fmla="*/ 103192 w 198439"/>
                <a:gd name="connsiteY3" fmla="*/ 184699 h 242500"/>
                <a:gd name="connsiteX4" fmla="*/ 95842 w 198439"/>
                <a:gd name="connsiteY4" fmla="*/ 233263 h 242500"/>
                <a:gd name="connsiteX5" fmla="*/ 92410 w 198439"/>
                <a:gd name="connsiteY5" fmla="*/ 242500 h 242500"/>
                <a:gd name="connsiteX6" fmla="*/ 31568 w 198439"/>
                <a:gd name="connsiteY6" fmla="*/ 242500 h 242500"/>
                <a:gd name="connsiteX7" fmla="*/ 37381 w 198439"/>
                <a:gd name="connsiteY7" fmla="*/ 230384 h 242500"/>
                <a:gd name="connsiteX8" fmla="*/ 47310 w 198439"/>
                <a:gd name="connsiteY8" fmla="*/ 179929 h 242500"/>
                <a:gd name="connsiteX9" fmla="*/ 0 w 198439"/>
                <a:gd name="connsiteY9" fmla="*/ 56099 h 242500"/>
                <a:gd name="connsiteX10" fmla="*/ 10217 w 198439"/>
                <a:gd name="connsiteY10" fmla="*/ 9511 h 242500"/>
                <a:gd name="connsiteX11" fmla="*/ 198439 w 198439"/>
                <a:gd name="connsiteY11" fmla="*/ 121580 h 242500"/>
                <a:gd name="connsiteX12" fmla="*/ 73619 w 198439"/>
                <a:gd name="connsiteY12" fmla="*/ 0 h 242500"/>
                <a:gd name="connsiteX0" fmla="*/ 73619 w 198439"/>
                <a:gd name="connsiteY0" fmla="*/ 0 h 242500"/>
                <a:gd name="connsiteX1" fmla="*/ 52708 w 198439"/>
                <a:gd name="connsiteY1" fmla="*/ 57706 h 242500"/>
                <a:gd name="connsiteX2" fmla="*/ 103192 w 198439"/>
                <a:gd name="connsiteY2" fmla="*/ 184699 h 242500"/>
                <a:gd name="connsiteX3" fmla="*/ 95842 w 198439"/>
                <a:gd name="connsiteY3" fmla="*/ 233263 h 242500"/>
                <a:gd name="connsiteX4" fmla="*/ 92410 w 198439"/>
                <a:gd name="connsiteY4" fmla="*/ 242500 h 242500"/>
                <a:gd name="connsiteX5" fmla="*/ 31568 w 198439"/>
                <a:gd name="connsiteY5" fmla="*/ 242500 h 242500"/>
                <a:gd name="connsiteX6" fmla="*/ 37381 w 198439"/>
                <a:gd name="connsiteY6" fmla="*/ 230384 h 242500"/>
                <a:gd name="connsiteX7" fmla="*/ 47310 w 198439"/>
                <a:gd name="connsiteY7" fmla="*/ 179929 h 242500"/>
                <a:gd name="connsiteX8" fmla="*/ 0 w 198439"/>
                <a:gd name="connsiteY8" fmla="*/ 56099 h 242500"/>
                <a:gd name="connsiteX9" fmla="*/ 10217 w 198439"/>
                <a:gd name="connsiteY9" fmla="*/ 9511 h 242500"/>
                <a:gd name="connsiteX10" fmla="*/ 198439 w 198439"/>
                <a:gd name="connsiteY10" fmla="*/ 121580 h 242500"/>
                <a:gd name="connsiteX11" fmla="*/ 73619 w 198439"/>
                <a:gd name="connsiteY11" fmla="*/ 0 h 242500"/>
                <a:gd name="connsiteX0" fmla="*/ 198439 w 198439"/>
                <a:gd name="connsiteY0" fmla="*/ 112201 h 233121"/>
                <a:gd name="connsiteX1" fmla="*/ 52708 w 198439"/>
                <a:gd name="connsiteY1" fmla="*/ 48327 h 233121"/>
                <a:gd name="connsiteX2" fmla="*/ 103192 w 198439"/>
                <a:gd name="connsiteY2" fmla="*/ 175320 h 233121"/>
                <a:gd name="connsiteX3" fmla="*/ 95842 w 198439"/>
                <a:gd name="connsiteY3" fmla="*/ 223884 h 233121"/>
                <a:gd name="connsiteX4" fmla="*/ 92410 w 198439"/>
                <a:gd name="connsiteY4" fmla="*/ 233121 h 233121"/>
                <a:gd name="connsiteX5" fmla="*/ 31568 w 198439"/>
                <a:gd name="connsiteY5" fmla="*/ 233121 h 233121"/>
                <a:gd name="connsiteX6" fmla="*/ 37381 w 198439"/>
                <a:gd name="connsiteY6" fmla="*/ 221005 h 233121"/>
                <a:gd name="connsiteX7" fmla="*/ 47310 w 198439"/>
                <a:gd name="connsiteY7" fmla="*/ 170550 h 233121"/>
                <a:gd name="connsiteX8" fmla="*/ 0 w 198439"/>
                <a:gd name="connsiteY8" fmla="*/ 46720 h 233121"/>
                <a:gd name="connsiteX9" fmla="*/ 10217 w 198439"/>
                <a:gd name="connsiteY9" fmla="*/ 132 h 233121"/>
                <a:gd name="connsiteX10" fmla="*/ 198439 w 198439"/>
                <a:gd name="connsiteY10" fmla="*/ 112201 h 233121"/>
                <a:gd name="connsiteX0" fmla="*/ 198439 w 198439"/>
                <a:gd name="connsiteY0" fmla="*/ 112201 h 233121"/>
                <a:gd name="connsiteX1" fmla="*/ 103192 w 198439"/>
                <a:gd name="connsiteY1" fmla="*/ 175320 h 233121"/>
                <a:gd name="connsiteX2" fmla="*/ 95842 w 198439"/>
                <a:gd name="connsiteY2" fmla="*/ 223884 h 233121"/>
                <a:gd name="connsiteX3" fmla="*/ 92410 w 198439"/>
                <a:gd name="connsiteY3" fmla="*/ 233121 h 233121"/>
                <a:gd name="connsiteX4" fmla="*/ 31568 w 198439"/>
                <a:gd name="connsiteY4" fmla="*/ 233121 h 233121"/>
                <a:gd name="connsiteX5" fmla="*/ 37381 w 198439"/>
                <a:gd name="connsiteY5" fmla="*/ 221005 h 233121"/>
                <a:gd name="connsiteX6" fmla="*/ 47310 w 198439"/>
                <a:gd name="connsiteY6" fmla="*/ 170550 h 233121"/>
                <a:gd name="connsiteX7" fmla="*/ 0 w 198439"/>
                <a:gd name="connsiteY7" fmla="*/ 46720 h 233121"/>
                <a:gd name="connsiteX8" fmla="*/ 10217 w 198439"/>
                <a:gd name="connsiteY8" fmla="*/ 132 h 233121"/>
                <a:gd name="connsiteX9" fmla="*/ 198439 w 198439"/>
                <a:gd name="connsiteY9" fmla="*/ 112201 h 233121"/>
                <a:gd name="connsiteX0" fmla="*/ 198439 w 198439"/>
                <a:gd name="connsiteY0" fmla="*/ 112201 h 233121"/>
                <a:gd name="connsiteX1" fmla="*/ 95842 w 198439"/>
                <a:gd name="connsiteY1" fmla="*/ 223884 h 233121"/>
                <a:gd name="connsiteX2" fmla="*/ 92410 w 198439"/>
                <a:gd name="connsiteY2" fmla="*/ 233121 h 233121"/>
                <a:gd name="connsiteX3" fmla="*/ 31568 w 198439"/>
                <a:gd name="connsiteY3" fmla="*/ 233121 h 233121"/>
                <a:gd name="connsiteX4" fmla="*/ 37381 w 198439"/>
                <a:gd name="connsiteY4" fmla="*/ 221005 h 233121"/>
                <a:gd name="connsiteX5" fmla="*/ 47310 w 198439"/>
                <a:gd name="connsiteY5" fmla="*/ 170550 h 233121"/>
                <a:gd name="connsiteX6" fmla="*/ 0 w 198439"/>
                <a:gd name="connsiteY6" fmla="*/ 46720 h 233121"/>
                <a:gd name="connsiteX7" fmla="*/ 10217 w 198439"/>
                <a:gd name="connsiteY7" fmla="*/ 132 h 233121"/>
                <a:gd name="connsiteX8" fmla="*/ 198439 w 198439"/>
                <a:gd name="connsiteY8" fmla="*/ 112201 h 233121"/>
                <a:gd name="connsiteX0" fmla="*/ 31568 w 198439"/>
                <a:gd name="connsiteY0" fmla="*/ 233121 h 293911"/>
                <a:gd name="connsiteX1" fmla="*/ 37381 w 198439"/>
                <a:gd name="connsiteY1" fmla="*/ 221005 h 293911"/>
                <a:gd name="connsiteX2" fmla="*/ 47310 w 198439"/>
                <a:gd name="connsiteY2" fmla="*/ 170550 h 293911"/>
                <a:gd name="connsiteX3" fmla="*/ 0 w 198439"/>
                <a:gd name="connsiteY3" fmla="*/ 46720 h 293911"/>
                <a:gd name="connsiteX4" fmla="*/ 10217 w 198439"/>
                <a:gd name="connsiteY4" fmla="*/ 132 h 293911"/>
                <a:gd name="connsiteX5" fmla="*/ 198439 w 198439"/>
                <a:gd name="connsiteY5" fmla="*/ 112201 h 293911"/>
                <a:gd name="connsiteX6" fmla="*/ 95842 w 198439"/>
                <a:gd name="connsiteY6" fmla="*/ 223884 h 293911"/>
                <a:gd name="connsiteX7" fmla="*/ 183850 w 198439"/>
                <a:gd name="connsiteY7" fmla="*/ 293911 h 293911"/>
                <a:gd name="connsiteX0" fmla="*/ 31568 w 201775"/>
                <a:gd name="connsiteY0" fmla="*/ 232989 h 293779"/>
                <a:gd name="connsiteX1" fmla="*/ 37381 w 201775"/>
                <a:gd name="connsiteY1" fmla="*/ 220873 h 293779"/>
                <a:gd name="connsiteX2" fmla="*/ 47310 w 201775"/>
                <a:gd name="connsiteY2" fmla="*/ 170418 h 293779"/>
                <a:gd name="connsiteX3" fmla="*/ 0 w 201775"/>
                <a:gd name="connsiteY3" fmla="*/ 46588 h 293779"/>
                <a:gd name="connsiteX4" fmla="*/ 10217 w 201775"/>
                <a:gd name="connsiteY4" fmla="*/ 0 h 293779"/>
                <a:gd name="connsiteX5" fmla="*/ 161264 w 201775"/>
                <a:gd name="connsiteY5" fmla="*/ 85778 h 293779"/>
                <a:gd name="connsiteX6" fmla="*/ 198439 w 201775"/>
                <a:gd name="connsiteY6" fmla="*/ 112069 h 293779"/>
                <a:gd name="connsiteX7" fmla="*/ 95842 w 201775"/>
                <a:gd name="connsiteY7" fmla="*/ 223752 h 293779"/>
                <a:gd name="connsiteX8" fmla="*/ 183850 w 201775"/>
                <a:gd name="connsiteY8" fmla="*/ 293779 h 293779"/>
                <a:gd name="connsiteX0" fmla="*/ 31568 w 198439"/>
                <a:gd name="connsiteY0" fmla="*/ 232989 h 293779"/>
                <a:gd name="connsiteX1" fmla="*/ 37381 w 198439"/>
                <a:gd name="connsiteY1" fmla="*/ 220873 h 293779"/>
                <a:gd name="connsiteX2" fmla="*/ 47310 w 198439"/>
                <a:gd name="connsiteY2" fmla="*/ 170418 h 293779"/>
                <a:gd name="connsiteX3" fmla="*/ 0 w 198439"/>
                <a:gd name="connsiteY3" fmla="*/ 46588 h 293779"/>
                <a:gd name="connsiteX4" fmla="*/ 10217 w 198439"/>
                <a:gd name="connsiteY4" fmla="*/ 0 h 293779"/>
                <a:gd name="connsiteX5" fmla="*/ 198439 w 198439"/>
                <a:gd name="connsiteY5" fmla="*/ 112069 h 293779"/>
                <a:gd name="connsiteX6" fmla="*/ 95842 w 198439"/>
                <a:gd name="connsiteY6" fmla="*/ 223752 h 293779"/>
                <a:gd name="connsiteX7" fmla="*/ 183850 w 198439"/>
                <a:gd name="connsiteY7" fmla="*/ 293779 h 293779"/>
                <a:gd name="connsiteX0" fmla="*/ 31568 w 183850"/>
                <a:gd name="connsiteY0" fmla="*/ 232989 h 293779"/>
                <a:gd name="connsiteX1" fmla="*/ 37381 w 183850"/>
                <a:gd name="connsiteY1" fmla="*/ 220873 h 293779"/>
                <a:gd name="connsiteX2" fmla="*/ 47310 w 183850"/>
                <a:gd name="connsiteY2" fmla="*/ 170418 h 293779"/>
                <a:gd name="connsiteX3" fmla="*/ 0 w 183850"/>
                <a:gd name="connsiteY3" fmla="*/ 46588 h 293779"/>
                <a:gd name="connsiteX4" fmla="*/ 10217 w 183850"/>
                <a:gd name="connsiteY4" fmla="*/ 0 h 293779"/>
                <a:gd name="connsiteX5" fmla="*/ 95842 w 183850"/>
                <a:gd name="connsiteY5" fmla="*/ 223752 h 293779"/>
                <a:gd name="connsiteX6" fmla="*/ 183850 w 183850"/>
                <a:gd name="connsiteY6" fmla="*/ 293779 h 293779"/>
                <a:gd name="connsiteX0" fmla="*/ 31568 w 183850"/>
                <a:gd name="connsiteY0" fmla="*/ 232989 h 293779"/>
                <a:gd name="connsiteX1" fmla="*/ 37381 w 183850"/>
                <a:gd name="connsiteY1" fmla="*/ 220873 h 293779"/>
                <a:gd name="connsiteX2" fmla="*/ 47310 w 183850"/>
                <a:gd name="connsiteY2" fmla="*/ 170418 h 293779"/>
                <a:gd name="connsiteX3" fmla="*/ 0 w 183850"/>
                <a:gd name="connsiteY3" fmla="*/ 46588 h 293779"/>
                <a:gd name="connsiteX4" fmla="*/ 10217 w 183850"/>
                <a:gd name="connsiteY4" fmla="*/ 0 h 293779"/>
                <a:gd name="connsiteX5" fmla="*/ 183850 w 183850"/>
                <a:gd name="connsiteY5" fmla="*/ 293779 h 293779"/>
                <a:gd name="connsiteX0" fmla="*/ 31568 w 47331"/>
                <a:gd name="connsiteY0" fmla="*/ 232989 h 232989"/>
                <a:gd name="connsiteX1" fmla="*/ 37381 w 47331"/>
                <a:gd name="connsiteY1" fmla="*/ 220873 h 232989"/>
                <a:gd name="connsiteX2" fmla="*/ 47310 w 47331"/>
                <a:gd name="connsiteY2" fmla="*/ 170418 h 232989"/>
                <a:gd name="connsiteX3" fmla="*/ 0 w 47331"/>
                <a:gd name="connsiteY3" fmla="*/ 46588 h 232989"/>
                <a:gd name="connsiteX4" fmla="*/ 10217 w 47331"/>
                <a:gd name="connsiteY4" fmla="*/ 0 h 232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331" h="232989">
                  <a:moveTo>
                    <a:pt x="31568" y="232989"/>
                  </a:moveTo>
                  <a:lnTo>
                    <a:pt x="37381" y="220873"/>
                  </a:lnTo>
                  <a:cubicBezTo>
                    <a:pt x="42854" y="206936"/>
                    <a:pt x="47695" y="188483"/>
                    <a:pt x="47310" y="170418"/>
                  </a:cubicBezTo>
                  <a:cubicBezTo>
                    <a:pt x="46539" y="134289"/>
                    <a:pt x="4208" y="93811"/>
                    <a:pt x="0" y="46588"/>
                  </a:cubicBezTo>
                  <a:cubicBezTo>
                    <a:pt x="0" y="28391"/>
                    <a:pt x="4840" y="11921"/>
                    <a:pt x="10217" y="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手繪多邊形 416">
              <a:extLst>
                <a:ext uri="{FF2B5EF4-FFF2-40B4-BE49-F238E27FC236}">
                  <a16:creationId xmlns:a16="http://schemas.microsoft.com/office/drawing/2014/main" id="{B4C94598-014C-AF49-B0B1-7DC72D608287}"/>
                </a:ext>
              </a:extLst>
            </p:cNvPr>
            <p:cNvSpPr/>
            <p:nvPr/>
          </p:nvSpPr>
          <p:spPr>
            <a:xfrm rot="580019">
              <a:off x="977594" y="1894311"/>
              <a:ext cx="47331" cy="350462"/>
            </a:xfrm>
            <a:custGeom>
              <a:avLst/>
              <a:gdLst>
                <a:gd name="connsiteX0" fmla="*/ 15559 w 103201"/>
                <a:gd name="connsiteY0" fmla="*/ 0 h 242500"/>
                <a:gd name="connsiteX1" fmla="*/ 73619 w 103201"/>
                <a:gd name="connsiteY1" fmla="*/ 0 h 242500"/>
                <a:gd name="connsiteX2" fmla="*/ 67199 w 103201"/>
                <a:gd name="connsiteY2" fmla="*/ 7044 h 242500"/>
                <a:gd name="connsiteX3" fmla="*/ 52708 w 103201"/>
                <a:gd name="connsiteY3" fmla="*/ 57706 h 242500"/>
                <a:gd name="connsiteX4" fmla="*/ 103192 w 103201"/>
                <a:gd name="connsiteY4" fmla="*/ 184699 h 242500"/>
                <a:gd name="connsiteX5" fmla="*/ 95842 w 103201"/>
                <a:gd name="connsiteY5" fmla="*/ 233263 h 242500"/>
                <a:gd name="connsiteX6" fmla="*/ 92410 w 103201"/>
                <a:gd name="connsiteY6" fmla="*/ 242500 h 242500"/>
                <a:gd name="connsiteX7" fmla="*/ 31568 w 103201"/>
                <a:gd name="connsiteY7" fmla="*/ 242500 h 242500"/>
                <a:gd name="connsiteX8" fmla="*/ 37381 w 103201"/>
                <a:gd name="connsiteY8" fmla="*/ 230384 h 242500"/>
                <a:gd name="connsiteX9" fmla="*/ 47310 w 103201"/>
                <a:gd name="connsiteY9" fmla="*/ 179929 h 242500"/>
                <a:gd name="connsiteX10" fmla="*/ 0 w 103201"/>
                <a:gd name="connsiteY10" fmla="*/ 56099 h 242500"/>
                <a:gd name="connsiteX11" fmla="*/ 10217 w 103201"/>
                <a:gd name="connsiteY11" fmla="*/ 9511 h 242500"/>
                <a:gd name="connsiteX0" fmla="*/ 73619 w 106999"/>
                <a:gd name="connsiteY0" fmla="*/ 0 h 242500"/>
                <a:gd name="connsiteX1" fmla="*/ 67199 w 106999"/>
                <a:gd name="connsiteY1" fmla="*/ 7044 h 242500"/>
                <a:gd name="connsiteX2" fmla="*/ 52708 w 106999"/>
                <a:gd name="connsiteY2" fmla="*/ 57706 h 242500"/>
                <a:gd name="connsiteX3" fmla="*/ 103192 w 106999"/>
                <a:gd name="connsiteY3" fmla="*/ 184699 h 242500"/>
                <a:gd name="connsiteX4" fmla="*/ 95842 w 106999"/>
                <a:gd name="connsiteY4" fmla="*/ 233263 h 242500"/>
                <a:gd name="connsiteX5" fmla="*/ 92410 w 106999"/>
                <a:gd name="connsiteY5" fmla="*/ 242500 h 242500"/>
                <a:gd name="connsiteX6" fmla="*/ 31568 w 106999"/>
                <a:gd name="connsiteY6" fmla="*/ 242500 h 242500"/>
                <a:gd name="connsiteX7" fmla="*/ 37381 w 106999"/>
                <a:gd name="connsiteY7" fmla="*/ 230384 h 242500"/>
                <a:gd name="connsiteX8" fmla="*/ 47310 w 106999"/>
                <a:gd name="connsiteY8" fmla="*/ 179929 h 242500"/>
                <a:gd name="connsiteX9" fmla="*/ 0 w 106999"/>
                <a:gd name="connsiteY9" fmla="*/ 56099 h 242500"/>
                <a:gd name="connsiteX10" fmla="*/ 10217 w 106999"/>
                <a:gd name="connsiteY10" fmla="*/ 9511 h 242500"/>
                <a:gd name="connsiteX11" fmla="*/ 106999 w 106999"/>
                <a:gd name="connsiteY11" fmla="*/ 60790 h 242500"/>
                <a:gd name="connsiteX0" fmla="*/ 73619 w 106999"/>
                <a:gd name="connsiteY0" fmla="*/ 0 h 242500"/>
                <a:gd name="connsiteX1" fmla="*/ 67199 w 106999"/>
                <a:gd name="connsiteY1" fmla="*/ 7044 h 242500"/>
                <a:gd name="connsiteX2" fmla="*/ 52708 w 106999"/>
                <a:gd name="connsiteY2" fmla="*/ 57706 h 242500"/>
                <a:gd name="connsiteX3" fmla="*/ 103192 w 106999"/>
                <a:gd name="connsiteY3" fmla="*/ 184699 h 242500"/>
                <a:gd name="connsiteX4" fmla="*/ 95842 w 106999"/>
                <a:gd name="connsiteY4" fmla="*/ 233263 h 242500"/>
                <a:gd name="connsiteX5" fmla="*/ 92410 w 106999"/>
                <a:gd name="connsiteY5" fmla="*/ 242500 h 242500"/>
                <a:gd name="connsiteX6" fmla="*/ 31568 w 106999"/>
                <a:gd name="connsiteY6" fmla="*/ 242500 h 242500"/>
                <a:gd name="connsiteX7" fmla="*/ 37381 w 106999"/>
                <a:gd name="connsiteY7" fmla="*/ 230384 h 242500"/>
                <a:gd name="connsiteX8" fmla="*/ 47310 w 106999"/>
                <a:gd name="connsiteY8" fmla="*/ 179929 h 242500"/>
                <a:gd name="connsiteX9" fmla="*/ 0 w 106999"/>
                <a:gd name="connsiteY9" fmla="*/ 56099 h 242500"/>
                <a:gd name="connsiteX10" fmla="*/ 10217 w 106999"/>
                <a:gd name="connsiteY10" fmla="*/ 9511 h 242500"/>
                <a:gd name="connsiteX11" fmla="*/ 106999 w 106999"/>
                <a:gd name="connsiteY11" fmla="*/ 60790 h 242500"/>
                <a:gd name="connsiteX12" fmla="*/ 73619 w 106999"/>
                <a:gd name="connsiteY12" fmla="*/ 0 h 242500"/>
                <a:gd name="connsiteX0" fmla="*/ 73619 w 198439"/>
                <a:gd name="connsiteY0" fmla="*/ 0 h 242500"/>
                <a:gd name="connsiteX1" fmla="*/ 67199 w 198439"/>
                <a:gd name="connsiteY1" fmla="*/ 7044 h 242500"/>
                <a:gd name="connsiteX2" fmla="*/ 52708 w 198439"/>
                <a:gd name="connsiteY2" fmla="*/ 57706 h 242500"/>
                <a:gd name="connsiteX3" fmla="*/ 103192 w 198439"/>
                <a:gd name="connsiteY3" fmla="*/ 184699 h 242500"/>
                <a:gd name="connsiteX4" fmla="*/ 95842 w 198439"/>
                <a:gd name="connsiteY4" fmla="*/ 233263 h 242500"/>
                <a:gd name="connsiteX5" fmla="*/ 92410 w 198439"/>
                <a:gd name="connsiteY5" fmla="*/ 242500 h 242500"/>
                <a:gd name="connsiteX6" fmla="*/ 31568 w 198439"/>
                <a:gd name="connsiteY6" fmla="*/ 242500 h 242500"/>
                <a:gd name="connsiteX7" fmla="*/ 37381 w 198439"/>
                <a:gd name="connsiteY7" fmla="*/ 230384 h 242500"/>
                <a:gd name="connsiteX8" fmla="*/ 47310 w 198439"/>
                <a:gd name="connsiteY8" fmla="*/ 179929 h 242500"/>
                <a:gd name="connsiteX9" fmla="*/ 0 w 198439"/>
                <a:gd name="connsiteY9" fmla="*/ 56099 h 242500"/>
                <a:gd name="connsiteX10" fmla="*/ 10217 w 198439"/>
                <a:gd name="connsiteY10" fmla="*/ 9511 h 242500"/>
                <a:gd name="connsiteX11" fmla="*/ 198439 w 198439"/>
                <a:gd name="connsiteY11" fmla="*/ 121580 h 242500"/>
                <a:gd name="connsiteX0" fmla="*/ 73619 w 198439"/>
                <a:gd name="connsiteY0" fmla="*/ 0 h 242500"/>
                <a:gd name="connsiteX1" fmla="*/ 67199 w 198439"/>
                <a:gd name="connsiteY1" fmla="*/ 7044 h 242500"/>
                <a:gd name="connsiteX2" fmla="*/ 52708 w 198439"/>
                <a:gd name="connsiteY2" fmla="*/ 57706 h 242500"/>
                <a:gd name="connsiteX3" fmla="*/ 103192 w 198439"/>
                <a:gd name="connsiteY3" fmla="*/ 184699 h 242500"/>
                <a:gd name="connsiteX4" fmla="*/ 95842 w 198439"/>
                <a:gd name="connsiteY4" fmla="*/ 233263 h 242500"/>
                <a:gd name="connsiteX5" fmla="*/ 92410 w 198439"/>
                <a:gd name="connsiteY5" fmla="*/ 242500 h 242500"/>
                <a:gd name="connsiteX6" fmla="*/ 31568 w 198439"/>
                <a:gd name="connsiteY6" fmla="*/ 242500 h 242500"/>
                <a:gd name="connsiteX7" fmla="*/ 37381 w 198439"/>
                <a:gd name="connsiteY7" fmla="*/ 230384 h 242500"/>
                <a:gd name="connsiteX8" fmla="*/ 47310 w 198439"/>
                <a:gd name="connsiteY8" fmla="*/ 179929 h 242500"/>
                <a:gd name="connsiteX9" fmla="*/ 0 w 198439"/>
                <a:gd name="connsiteY9" fmla="*/ 56099 h 242500"/>
                <a:gd name="connsiteX10" fmla="*/ 10217 w 198439"/>
                <a:gd name="connsiteY10" fmla="*/ 9511 h 242500"/>
                <a:gd name="connsiteX11" fmla="*/ 198439 w 198439"/>
                <a:gd name="connsiteY11" fmla="*/ 121580 h 242500"/>
                <a:gd name="connsiteX12" fmla="*/ 73619 w 198439"/>
                <a:gd name="connsiteY12" fmla="*/ 0 h 242500"/>
                <a:gd name="connsiteX0" fmla="*/ 73619 w 198439"/>
                <a:gd name="connsiteY0" fmla="*/ 0 h 242500"/>
                <a:gd name="connsiteX1" fmla="*/ 52708 w 198439"/>
                <a:gd name="connsiteY1" fmla="*/ 57706 h 242500"/>
                <a:gd name="connsiteX2" fmla="*/ 103192 w 198439"/>
                <a:gd name="connsiteY2" fmla="*/ 184699 h 242500"/>
                <a:gd name="connsiteX3" fmla="*/ 95842 w 198439"/>
                <a:gd name="connsiteY3" fmla="*/ 233263 h 242500"/>
                <a:gd name="connsiteX4" fmla="*/ 92410 w 198439"/>
                <a:gd name="connsiteY4" fmla="*/ 242500 h 242500"/>
                <a:gd name="connsiteX5" fmla="*/ 31568 w 198439"/>
                <a:gd name="connsiteY5" fmla="*/ 242500 h 242500"/>
                <a:gd name="connsiteX6" fmla="*/ 37381 w 198439"/>
                <a:gd name="connsiteY6" fmla="*/ 230384 h 242500"/>
                <a:gd name="connsiteX7" fmla="*/ 47310 w 198439"/>
                <a:gd name="connsiteY7" fmla="*/ 179929 h 242500"/>
                <a:gd name="connsiteX8" fmla="*/ 0 w 198439"/>
                <a:gd name="connsiteY8" fmla="*/ 56099 h 242500"/>
                <a:gd name="connsiteX9" fmla="*/ 10217 w 198439"/>
                <a:gd name="connsiteY9" fmla="*/ 9511 h 242500"/>
                <a:gd name="connsiteX10" fmla="*/ 198439 w 198439"/>
                <a:gd name="connsiteY10" fmla="*/ 121580 h 242500"/>
                <a:gd name="connsiteX11" fmla="*/ 73619 w 198439"/>
                <a:gd name="connsiteY11" fmla="*/ 0 h 242500"/>
                <a:gd name="connsiteX0" fmla="*/ 198439 w 198439"/>
                <a:gd name="connsiteY0" fmla="*/ 112201 h 233121"/>
                <a:gd name="connsiteX1" fmla="*/ 52708 w 198439"/>
                <a:gd name="connsiteY1" fmla="*/ 48327 h 233121"/>
                <a:gd name="connsiteX2" fmla="*/ 103192 w 198439"/>
                <a:gd name="connsiteY2" fmla="*/ 175320 h 233121"/>
                <a:gd name="connsiteX3" fmla="*/ 95842 w 198439"/>
                <a:gd name="connsiteY3" fmla="*/ 223884 h 233121"/>
                <a:gd name="connsiteX4" fmla="*/ 92410 w 198439"/>
                <a:gd name="connsiteY4" fmla="*/ 233121 h 233121"/>
                <a:gd name="connsiteX5" fmla="*/ 31568 w 198439"/>
                <a:gd name="connsiteY5" fmla="*/ 233121 h 233121"/>
                <a:gd name="connsiteX6" fmla="*/ 37381 w 198439"/>
                <a:gd name="connsiteY6" fmla="*/ 221005 h 233121"/>
                <a:gd name="connsiteX7" fmla="*/ 47310 w 198439"/>
                <a:gd name="connsiteY7" fmla="*/ 170550 h 233121"/>
                <a:gd name="connsiteX8" fmla="*/ 0 w 198439"/>
                <a:gd name="connsiteY8" fmla="*/ 46720 h 233121"/>
                <a:gd name="connsiteX9" fmla="*/ 10217 w 198439"/>
                <a:gd name="connsiteY9" fmla="*/ 132 h 233121"/>
                <a:gd name="connsiteX10" fmla="*/ 198439 w 198439"/>
                <a:gd name="connsiteY10" fmla="*/ 112201 h 233121"/>
                <a:gd name="connsiteX0" fmla="*/ 198439 w 198439"/>
                <a:gd name="connsiteY0" fmla="*/ 112201 h 233121"/>
                <a:gd name="connsiteX1" fmla="*/ 103192 w 198439"/>
                <a:gd name="connsiteY1" fmla="*/ 175320 h 233121"/>
                <a:gd name="connsiteX2" fmla="*/ 95842 w 198439"/>
                <a:gd name="connsiteY2" fmla="*/ 223884 h 233121"/>
                <a:gd name="connsiteX3" fmla="*/ 92410 w 198439"/>
                <a:gd name="connsiteY3" fmla="*/ 233121 h 233121"/>
                <a:gd name="connsiteX4" fmla="*/ 31568 w 198439"/>
                <a:gd name="connsiteY4" fmla="*/ 233121 h 233121"/>
                <a:gd name="connsiteX5" fmla="*/ 37381 w 198439"/>
                <a:gd name="connsiteY5" fmla="*/ 221005 h 233121"/>
                <a:gd name="connsiteX6" fmla="*/ 47310 w 198439"/>
                <a:gd name="connsiteY6" fmla="*/ 170550 h 233121"/>
                <a:gd name="connsiteX7" fmla="*/ 0 w 198439"/>
                <a:gd name="connsiteY7" fmla="*/ 46720 h 233121"/>
                <a:gd name="connsiteX8" fmla="*/ 10217 w 198439"/>
                <a:gd name="connsiteY8" fmla="*/ 132 h 233121"/>
                <a:gd name="connsiteX9" fmla="*/ 198439 w 198439"/>
                <a:gd name="connsiteY9" fmla="*/ 112201 h 233121"/>
                <a:gd name="connsiteX0" fmla="*/ 198439 w 198439"/>
                <a:gd name="connsiteY0" fmla="*/ 112201 h 233121"/>
                <a:gd name="connsiteX1" fmla="*/ 95842 w 198439"/>
                <a:gd name="connsiteY1" fmla="*/ 223884 h 233121"/>
                <a:gd name="connsiteX2" fmla="*/ 92410 w 198439"/>
                <a:gd name="connsiteY2" fmla="*/ 233121 h 233121"/>
                <a:gd name="connsiteX3" fmla="*/ 31568 w 198439"/>
                <a:gd name="connsiteY3" fmla="*/ 233121 h 233121"/>
                <a:gd name="connsiteX4" fmla="*/ 37381 w 198439"/>
                <a:gd name="connsiteY4" fmla="*/ 221005 h 233121"/>
                <a:gd name="connsiteX5" fmla="*/ 47310 w 198439"/>
                <a:gd name="connsiteY5" fmla="*/ 170550 h 233121"/>
                <a:gd name="connsiteX6" fmla="*/ 0 w 198439"/>
                <a:gd name="connsiteY6" fmla="*/ 46720 h 233121"/>
                <a:gd name="connsiteX7" fmla="*/ 10217 w 198439"/>
                <a:gd name="connsiteY7" fmla="*/ 132 h 233121"/>
                <a:gd name="connsiteX8" fmla="*/ 198439 w 198439"/>
                <a:gd name="connsiteY8" fmla="*/ 112201 h 233121"/>
                <a:gd name="connsiteX0" fmla="*/ 31568 w 198439"/>
                <a:gd name="connsiteY0" fmla="*/ 233121 h 293911"/>
                <a:gd name="connsiteX1" fmla="*/ 37381 w 198439"/>
                <a:gd name="connsiteY1" fmla="*/ 221005 h 293911"/>
                <a:gd name="connsiteX2" fmla="*/ 47310 w 198439"/>
                <a:gd name="connsiteY2" fmla="*/ 170550 h 293911"/>
                <a:gd name="connsiteX3" fmla="*/ 0 w 198439"/>
                <a:gd name="connsiteY3" fmla="*/ 46720 h 293911"/>
                <a:gd name="connsiteX4" fmla="*/ 10217 w 198439"/>
                <a:gd name="connsiteY4" fmla="*/ 132 h 293911"/>
                <a:gd name="connsiteX5" fmla="*/ 198439 w 198439"/>
                <a:gd name="connsiteY5" fmla="*/ 112201 h 293911"/>
                <a:gd name="connsiteX6" fmla="*/ 95842 w 198439"/>
                <a:gd name="connsiteY6" fmla="*/ 223884 h 293911"/>
                <a:gd name="connsiteX7" fmla="*/ 183850 w 198439"/>
                <a:gd name="connsiteY7" fmla="*/ 293911 h 293911"/>
                <a:gd name="connsiteX0" fmla="*/ 31568 w 201775"/>
                <a:gd name="connsiteY0" fmla="*/ 232989 h 293779"/>
                <a:gd name="connsiteX1" fmla="*/ 37381 w 201775"/>
                <a:gd name="connsiteY1" fmla="*/ 220873 h 293779"/>
                <a:gd name="connsiteX2" fmla="*/ 47310 w 201775"/>
                <a:gd name="connsiteY2" fmla="*/ 170418 h 293779"/>
                <a:gd name="connsiteX3" fmla="*/ 0 w 201775"/>
                <a:gd name="connsiteY3" fmla="*/ 46588 h 293779"/>
                <a:gd name="connsiteX4" fmla="*/ 10217 w 201775"/>
                <a:gd name="connsiteY4" fmla="*/ 0 h 293779"/>
                <a:gd name="connsiteX5" fmla="*/ 161264 w 201775"/>
                <a:gd name="connsiteY5" fmla="*/ 85778 h 293779"/>
                <a:gd name="connsiteX6" fmla="*/ 198439 w 201775"/>
                <a:gd name="connsiteY6" fmla="*/ 112069 h 293779"/>
                <a:gd name="connsiteX7" fmla="*/ 95842 w 201775"/>
                <a:gd name="connsiteY7" fmla="*/ 223752 h 293779"/>
                <a:gd name="connsiteX8" fmla="*/ 183850 w 201775"/>
                <a:gd name="connsiteY8" fmla="*/ 293779 h 293779"/>
                <a:gd name="connsiteX0" fmla="*/ 31568 w 198439"/>
                <a:gd name="connsiteY0" fmla="*/ 232989 h 293779"/>
                <a:gd name="connsiteX1" fmla="*/ 37381 w 198439"/>
                <a:gd name="connsiteY1" fmla="*/ 220873 h 293779"/>
                <a:gd name="connsiteX2" fmla="*/ 47310 w 198439"/>
                <a:gd name="connsiteY2" fmla="*/ 170418 h 293779"/>
                <a:gd name="connsiteX3" fmla="*/ 0 w 198439"/>
                <a:gd name="connsiteY3" fmla="*/ 46588 h 293779"/>
                <a:gd name="connsiteX4" fmla="*/ 10217 w 198439"/>
                <a:gd name="connsiteY4" fmla="*/ 0 h 293779"/>
                <a:gd name="connsiteX5" fmla="*/ 198439 w 198439"/>
                <a:gd name="connsiteY5" fmla="*/ 112069 h 293779"/>
                <a:gd name="connsiteX6" fmla="*/ 95842 w 198439"/>
                <a:gd name="connsiteY6" fmla="*/ 223752 h 293779"/>
                <a:gd name="connsiteX7" fmla="*/ 183850 w 198439"/>
                <a:gd name="connsiteY7" fmla="*/ 293779 h 293779"/>
                <a:gd name="connsiteX0" fmla="*/ 31568 w 183850"/>
                <a:gd name="connsiteY0" fmla="*/ 232989 h 293779"/>
                <a:gd name="connsiteX1" fmla="*/ 37381 w 183850"/>
                <a:gd name="connsiteY1" fmla="*/ 220873 h 293779"/>
                <a:gd name="connsiteX2" fmla="*/ 47310 w 183850"/>
                <a:gd name="connsiteY2" fmla="*/ 170418 h 293779"/>
                <a:gd name="connsiteX3" fmla="*/ 0 w 183850"/>
                <a:gd name="connsiteY3" fmla="*/ 46588 h 293779"/>
                <a:gd name="connsiteX4" fmla="*/ 10217 w 183850"/>
                <a:gd name="connsiteY4" fmla="*/ 0 h 293779"/>
                <a:gd name="connsiteX5" fmla="*/ 95842 w 183850"/>
                <a:gd name="connsiteY5" fmla="*/ 223752 h 293779"/>
                <a:gd name="connsiteX6" fmla="*/ 183850 w 183850"/>
                <a:gd name="connsiteY6" fmla="*/ 293779 h 293779"/>
                <a:gd name="connsiteX0" fmla="*/ 31568 w 183850"/>
                <a:gd name="connsiteY0" fmla="*/ 232989 h 293779"/>
                <a:gd name="connsiteX1" fmla="*/ 37381 w 183850"/>
                <a:gd name="connsiteY1" fmla="*/ 220873 h 293779"/>
                <a:gd name="connsiteX2" fmla="*/ 47310 w 183850"/>
                <a:gd name="connsiteY2" fmla="*/ 170418 h 293779"/>
                <a:gd name="connsiteX3" fmla="*/ 0 w 183850"/>
                <a:gd name="connsiteY3" fmla="*/ 46588 h 293779"/>
                <a:gd name="connsiteX4" fmla="*/ 10217 w 183850"/>
                <a:gd name="connsiteY4" fmla="*/ 0 h 293779"/>
                <a:gd name="connsiteX5" fmla="*/ 183850 w 183850"/>
                <a:gd name="connsiteY5" fmla="*/ 293779 h 293779"/>
                <a:gd name="connsiteX0" fmla="*/ 31568 w 47331"/>
                <a:gd name="connsiteY0" fmla="*/ 232989 h 232989"/>
                <a:gd name="connsiteX1" fmla="*/ 37381 w 47331"/>
                <a:gd name="connsiteY1" fmla="*/ 220873 h 232989"/>
                <a:gd name="connsiteX2" fmla="*/ 47310 w 47331"/>
                <a:gd name="connsiteY2" fmla="*/ 170418 h 232989"/>
                <a:gd name="connsiteX3" fmla="*/ 0 w 47331"/>
                <a:gd name="connsiteY3" fmla="*/ 46588 h 232989"/>
                <a:gd name="connsiteX4" fmla="*/ 10217 w 47331"/>
                <a:gd name="connsiteY4" fmla="*/ 0 h 232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331" h="232989">
                  <a:moveTo>
                    <a:pt x="31568" y="232989"/>
                  </a:moveTo>
                  <a:lnTo>
                    <a:pt x="37381" y="220873"/>
                  </a:lnTo>
                  <a:cubicBezTo>
                    <a:pt x="42854" y="206936"/>
                    <a:pt x="47695" y="188483"/>
                    <a:pt x="47310" y="170418"/>
                  </a:cubicBezTo>
                  <a:cubicBezTo>
                    <a:pt x="46539" y="134289"/>
                    <a:pt x="4208" y="93811"/>
                    <a:pt x="0" y="46588"/>
                  </a:cubicBezTo>
                  <a:cubicBezTo>
                    <a:pt x="0" y="28391"/>
                    <a:pt x="4840" y="11921"/>
                    <a:pt x="10217" y="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52" name="群組 413">
            <a:extLst>
              <a:ext uri="{FF2B5EF4-FFF2-40B4-BE49-F238E27FC236}">
                <a16:creationId xmlns:a16="http://schemas.microsoft.com/office/drawing/2014/main" id="{9A5C6CA9-A8EE-364E-816E-3438CC21AAAC}"/>
              </a:ext>
            </a:extLst>
          </p:cNvPr>
          <p:cNvGrpSpPr/>
          <p:nvPr/>
        </p:nvGrpSpPr>
        <p:grpSpPr>
          <a:xfrm>
            <a:off x="1491139" y="4007518"/>
            <a:ext cx="107448" cy="605664"/>
            <a:chOff x="917477" y="1881286"/>
            <a:chExt cx="107448" cy="364769"/>
          </a:xfrm>
        </p:grpSpPr>
        <p:sp>
          <p:nvSpPr>
            <p:cNvPr id="53" name="手繪多邊形 414">
              <a:extLst>
                <a:ext uri="{FF2B5EF4-FFF2-40B4-BE49-F238E27FC236}">
                  <a16:creationId xmlns:a16="http://schemas.microsoft.com/office/drawing/2014/main" id="{FCB1984F-9DA4-5A46-A91C-92594759F4B0}"/>
                </a:ext>
              </a:extLst>
            </p:cNvPr>
            <p:cNvSpPr/>
            <p:nvPr/>
          </p:nvSpPr>
          <p:spPr>
            <a:xfrm rot="580019">
              <a:off x="919119" y="1881286"/>
              <a:ext cx="103201" cy="364769"/>
            </a:xfrm>
            <a:custGeom>
              <a:avLst/>
              <a:gdLst>
                <a:gd name="connsiteX0" fmla="*/ 15559 w 103201"/>
                <a:gd name="connsiteY0" fmla="*/ 0 h 242500"/>
                <a:gd name="connsiteX1" fmla="*/ 73619 w 103201"/>
                <a:gd name="connsiteY1" fmla="*/ 0 h 242500"/>
                <a:gd name="connsiteX2" fmla="*/ 67199 w 103201"/>
                <a:gd name="connsiteY2" fmla="*/ 7044 h 242500"/>
                <a:gd name="connsiteX3" fmla="*/ 52708 w 103201"/>
                <a:gd name="connsiteY3" fmla="*/ 57706 h 242500"/>
                <a:gd name="connsiteX4" fmla="*/ 103192 w 103201"/>
                <a:gd name="connsiteY4" fmla="*/ 184699 h 242500"/>
                <a:gd name="connsiteX5" fmla="*/ 95842 w 103201"/>
                <a:gd name="connsiteY5" fmla="*/ 233263 h 242500"/>
                <a:gd name="connsiteX6" fmla="*/ 92410 w 103201"/>
                <a:gd name="connsiteY6" fmla="*/ 242500 h 242500"/>
                <a:gd name="connsiteX7" fmla="*/ 31568 w 103201"/>
                <a:gd name="connsiteY7" fmla="*/ 242500 h 242500"/>
                <a:gd name="connsiteX8" fmla="*/ 37381 w 103201"/>
                <a:gd name="connsiteY8" fmla="*/ 230384 h 242500"/>
                <a:gd name="connsiteX9" fmla="*/ 47310 w 103201"/>
                <a:gd name="connsiteY9" fmla="*/ 179929 h 242500"/>
                <a:gd name="connsiteX10" fmla="*/ 0 w 103201"/>
                <a:gd name="connsiteY10" fmla="*/ 56099 h 242500"/>
                <a:gd name="connsiteX11" fmla="*/ 10217 w 103201"/>
                <a:gd name="connsiteY11" fmla="*/ 9511 h 24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3201" h="242500">
                  <a:moveTo>
                    <a:pt x="15559" y="0"/>
                  </a:moveTo>
                  <a:lnTo>
                    <a:pt x="73619" y="0"/>
                  </a:lnTo>
                  <a:lnTo>
                    <a:pt x="67199" y="7044"/>
                  </a:lnTo>
                  <a:cubicBezTo>
                    <a:pt x="59279" y="18276"/>
                    <a:pt x="52058" y="35149"/>
                    <a:pt x="52708" y="57706"/>
                  </a:cubicBezTo>
                  <a:cubicBezTo>
                    <a:pt x="54007" y="102822"/>
                    <a:pt x="104009" y="147252"/>
                    <a:pt x="103192" y="184699"/>
                  </a:cubicBezTo>
                  <a:cubicBezTo>
                    <a:pt x="102783" y="203422"/>
                    <a:pt x="99530" y="220683"/>
                    <a:pt x="95842" y="233263"/>
                  </a:cubicBezTo>
                  <a:lnTo>
                    <a:pt x="92410" y="242500"/>
                  </a:lnTo>
                  <a:lnTo>
                    <a:pt x="31568" y="242500"/>
                  </a:lnTo>
                  <a:lnTo>
                    <a:pt x="37381" y="230384"/>
                  </a:lnTo>
                  <a:cubicBezTo>
                    <a:pt x="42854" y="216447"/>
                    <a:pt x="47695" y="197994"/>
                    <a:pt x="47310" y="179929"/>
                  </a:cubicBezTo>
                  <a:cubicBezTo>
                    <a:pt x="46539" y="143800"/>
                    <a:pt x="4208" y="103322"/>
                    <a:pt x="0" y="56099"/>
                  </a:cubicBezTo>
                  <a:cubicBezTo>
                    <a:pt x="0" y="37902"/>
                    <a:pt x="4840" y="21432"/>
                    <a:pt x="10217" y="9511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手繪多邊形 415">
              <a:extLst>
                <a:ext uri="{FF2B5EF4-FFF2-40B4-BE49-F238E27FC236}">
                  <a16:creationId xmlns:a16="http://schemas.microsoft.com/office/drawing/2014/main" id="{A1434E79-A586-A647-8A61-698F2777202D}"/>
                </a:ext>
              </a:extLst>
            </p:cNvPr>
            <p:cNvSpPr/>
            <p:nvPr/>
          </p:nvSpPr>
          <p:spPr>
            <a:xfrm rot="580019">
              <a:off x="917477" y="1888439"/>
              <a:ext cx="47331" cy="350462"/>
            </a:xfrm>
            <a:custGeom>
              <a:avLst/>
              <a:gdLst>
                <a:gd name="connsiteX0" fmla="*/ 15559 w 103201"/>
                <a:gd name="connsiteY0" fmla="*/ 0 h 242500"/>
                <a:gd name="connsiteX1" fmla="*/ 73619 w 103201"/>
                <a:gd name="connsiteY1" fmla="*/ 0 h 242500"/>
                <a:gd name="connsiteX2" fmla="*/ 67199 w 103201"/>
                <a:gd name="connsiteY2" fmla="*/ 7044 h 242500"/>
                <a:gd name="connsiteX3" fmla="*/ 52708 w 103201"/>
                <a:gd name="connsiteY3" fmla="*/ 57706 h 242500"/>
                <a:gd name="connsiteX4" fmla="*/ 103192 w 103201"/>
                <a:gd name="connsiteY4" fmla="*/ 184699 h 242500"/>
                <a:gd name="connsiteX5" fmla="*/ 95842 w 103201"/>
                <a:gd name="connsiteY5" fmla="*/ 233263 h 242500"/>
                <a:gd name="connsiteX6" fmla="*/ 92410 w 103201"/>
                <a:gd name="connsiteY6" fmla="*/ 242500 h 242500"/>
                <a:gd name="connsiteX7" fmla="*/ 31568 w 103201"/>
                <a:gd name="connsiteY7" fmla="*/ 242500 h 242500"/>
                <a:gd name="connsiteX8" fmla="*/ 37381 w 103201"/>
                <a:gd name="connsiteY8" fmla="*/ 230384 h 242500"/>
                <a:gd name="connsiteX9" fmla="*/ 47310 w 103201"/>
                <a:gd name="connsiteY9" fmla="*/ 179929 h 242500"/>
                <a:gd name="connsiteX10" fmla="*/ 0 w 103201"/>
                <a:gd name="connsiteY10" fmla="*/ 56099 h 242500"/>
                <a:gd name="connsiteX11" fmla="*/ 10217 w 103201"/>
                <a:gd name="connsiteY11" fmla="*/ 9511 h 242500"/>
                <a:gd name="connsiteX0" fmla="*/ 73619 w 106999"/>
                <a:gd name="connsiteY0" fmla="*/ 0 h 242500"/>
                <a:gd name="connsiteX1" fmla="*/ 67199 w 106999"/>
                <a:gd name="connsiteY1" fmla="*/ 7044 h 242500"/>
                <a:gd name="connsiteX2" fmla="*/ 52708 w 106999"/>
                <a:gd name="connsiteY2" fmla="*/ 57706 h 242500"/>
                <a:gd name="connsiteX3" fmla="*/ 103192 w 106999"/>
                <a:gd name="connsiteY3" fmla="*/ 184699 h 242500"/>
                <a:gd name="connsiteX4" fmla="*/ 95842 w 106999"/>
                <a:gd name="connsiteY4" fmla="*/ 233263 h 242500"/>
                <a:gd name="connsiteX5" fmla="*/ 92410 w 106999"/>
                <a:gd name="connsiteY5" fmla="*/ 242500 h 242500"/>
                <a:gd name="connsiteX6" fmla="*/ 31568 w 106999"/>
                <a:gd name="connsiteY6" fmla="*/ 242500 h 242500"/>
                <a:gd name="connsiteX7" fmla="*/ 37381 w 106999"/>
                <a:gd name="connsiteY7" fmla="*/ 230384 h 242500"/>
                <a:gd name="connsiteX8" fmla="*/ 47310 w 106999"/>
                <a:gd name="connsiteY8" fmla="*/ 179929 h 242500"/>
                <a:gd name="connsiteX9" fmla="*/ 0 w 106999"/>
                <a:gd name="connsiteY9" fmla="*/ 56099 h 242500"/>
                <a:gd name="connsiteX10" fmla="*/ 10217 w 106999"/>
                <a:gd name="connsiteY10" fmla="*/ 9511 h 242500"/>
                <a:gd name="connsiteX11" fmla="*/ 106999 w 106999"/>
                <a:gd name="connsiteY11" fmla="*/ 60790 h 242500"/>
                <a:gd name="connsiteX0" fmla="*/ 73619 w 106999"/>
                <a:gd name="connsiteY0" fmla="*/ 0 h 242500"/>
                <a:gd name="connsiteX1" fmla="*/ 67199 w 106999"/>
                <a:gd name="connsiteY1" fmla="*/ 7044 h 242500"/>
                <a:gd name="connsiteX2" fmla="*/ 52708 w 106999"/>
                <a:gd name="connsiteY2" fmla="*/ 57706 h 242500"/>
                <a:gd name="connsiteX3" fmla="*/ 103192 w 106999"/>
                <a:gd name="connsiteY3" fmla="*/ 184699 h 242500"/>
                <a:gd name="connsiteX4" fmla="*/ 95842 w 106999"/>
                <a:gd name="connsiteY4" fmla="*/ 233263 h 242500"/>
                <a:gd name="connsiteX5" fmla="*/ 92410 w 106999"/>
                <a:gd name="connsiteY5" fmla="*/ 242500 h 242500"/>
                <a:gd name="connsiteX6" fmla="*/ 31568 w 106999"/>
                <a:gd name="connsiteY6" fmla="*/ 242500 h 242500"/>
                <a:gd name="connsiteX7" fmla="*/ 37381 w 106999"/>
                <a:gd name="connsiteY7" fmla="*/ 230384 h 242500"/>
                <a:gd name="connsiteX8" fmla="*/ 47310 w 106999"/>
                <a:gd name="connsiteY8" fmla="*/ 179929 h 242500"/>
                <a:gd name="connsiteX9" fmla="*/ 0 w 106999"/>
                <a:gd name="connsiteY9" fmla="*/ 56099 h 242500"/>
                <a:gd name="connsiteX10" fmla="*/ 10217 w 106999"/>
                <a:gd name="connsiteY10" fmla="*/ 9511 h 242500"/>
                <a:gd name="connsiteX11" fmla="*/ 106999 w 106999"/>
                <a:gd name="connsiteY11" fmla="*/ 60790 h 242500"/>
                <a:gd name="connsiteX12" fmla="*/ 73619 w 106999"/>
                <a:gd name="connsiteY12" fmla="*/ 0 h 242500"/>
                <a:gd name="connsiteX0" fmla="*/ 73619 w 198439"/>
                <a:gd name="connsiteY0" fmla="*/ 0 h 242500"/>
                <a:gd name="connsiteX1" fmla="*/ 67199 w 198439"/>
                <a:gd name="connsiteY1" fmla="*/ 7044 h 242500"/>
                <a:gd name="connsiteX2" fmla="*/ 52708 w 198439"/>
                <a:gd name="connsiteY2" fmla="*/ 57706 h 242500"/>
                <a:gd name="connsiteX3" fmla="*/ 103192 w 198439"/>
                <a:gd name="connsiteY3" fmla="*/ 184699 h 242500"/>
                <a:gd name="connsiteX4" fmla="*/ 95842 w 198439"/>
                <a:gd name="connsiteY4" fmla="*/ 233263 h 242500"/>
                <a:gd name="connsiteX5" fmla="*/ 92410 w 198439"/>
                <a:gd name="connsiteY5" fmla="*/ 242500 h 242500"/>
                <a:gd name="connsiteX6" fmla="*/ 31568 w 198439"/>
                <a:gd name="connsiteY6" fmla="*/ 242500 h 242500"/>
                <a:gd name="connsiteX7" fmla="*/ 37381 w 198439"/>
                <a:gd name="connsiteY7" fmla="*/ 230384 h 242500"/>
                <a:gd name="connsiteX8" fmla="*/ 47310 w 198439"/>
                <a:gd name="connsiteY8" fmla="*/ 179929 h 242500"/>
                <a:gd name="connsiteX9" fmla="*/ 0 w 198439"/>
                <a:gd name="connsiteY9" fmla="*/ 56099 h 242500"/>
                <a:gd name="connsiteX10" fmla="*/ 10217 w 198439"/>
                <a:gd name="connsiteY10" fmla="*/ 9511 h 242500"/>
                <a:gd name="connsiteX11" fmla="*/ 198439 w 198439"/>
                <a:gd name="connsiteY11" fmla="*/ 121580 h 242500"/>
                <a:gd name="connsiteX0" fmla="*/ 73619 w 198439"/>
                <a:gd name="connsiteY0" fmla="*/ 0 h 242500"/>
                <a:gd name="connsiteX1" fmla="*/ 67199 w 198439"/>
                <a:gd name="connsiteY1" fmla="*/ 7044 h 242500"/>
                <a:gd name="connsiteX2" fmla="*/ 52708 w 198439"/>
                <a:gd name="connsiteY2" fmla="*/ 57706 h 242500"/>
                <a:gd name="connsiteX3" fmla="*/ 103192 w 198439"/>
                <a:gd name="connsiteY3" fmla="*/ 184699 h 242500"/>
                <a:gd name="connsiteX4" fmla="*/ 95842 w 198439"/>
                <a:gd name="connsiteY4" fmla="*/ 233263 h 242500"/>
                <a:gd name="connsiteX5" fmla="*/ 92410 w 198439"/>
                <a:gd name="connsiteY5" fmla="*/ 242500 h 242500"/>
                <a:gd name="connsiteX6" fmla="*/ 31568 w 198439"/>
                <a:gd name="connsiteY6" fmla="*/ 242500 h 242500"/>
                <a:gd name="connsiteX7" fmla="*/ 37381 w 198439"/>
                <a:gd name="connsiteY7" fmla="*/ 230384 h 242500"/>
                <a:gd name="connsiteX8" fmla="*/ 47310 w 198439"/>
                <a:gd name="connsiteY8" fmla="*/ 179929 h 242500"/>
                <a:gd name="connsiteX9" fmla="*/ 0 w 198439"/>
                <a:gd name="connsiteY9" fmla="*/ 56099 h 242500"/>
                <a:gd name="connsiteX10" fmla="*/ 10217 w 198439"/>
                <a:gd name="connsiteY10" fmla="*/ 9511 h 242500"/>
                <a:gd name="connsiteX11" fmla="*/ 198439 w 198439"/>
                <a:gd name="connsiteY11" fmla="*/ 121580 h 242500"/>
                <a:gd name="connsiteX12" fmla="*/ 73619 w 198439"/>
                <a:gd name="connsiteY12" fmla="*/ 0 h 242500"/>
                <a:gd name="connsiteX0" fmla="*/ 73619 w 198439"/>
                <a:gd name="connsiteY0" fmla="*/ 0 h 242500"/>
                <a:gd name="connsiteX1" fmla="*/ 52708 w 198439"/>
                <a:gd name="connsiteY1" fmla="*/ 57706 h 242500"/>
                <a:gd name="connsiteX2" fmla="*/ 103192 w 198439"/>
                <a:gd name="connsiteY2" fmla="*/ 184699 h 242500"/>
                <a:gd name="connsiteX3" fmla="*/ 95842 w 198439"/>
                <a:gd name="connsiteY3" fmla="*/ 233263 h 242500"/>
                <a:gd name="connsiteX4" fmla="*/ 92410 w 198439"/>
                <a:gd name="connsiteY4" fmla="*/ 242500 h 242500"/>
                <a:gd name="connsiteX5" fmla="*/ 31568 w 198439"/>
                <a:gd name="connsiteY5" fmla="*/ 242500 h 242500"/>
                <a:gd name="connsiteX6" fmla="*/ 37381 w 198439"/>
                <a:gd name="connsiteY6" fmla="*/ 230384 h 242500"/>
                <a:gd name="connsiteX7" fmla="*/ 47310 w 198439"/>
                <a:gd name="connsiteY7" fmla="*/ 179929 h 242500"/>
                <a:gd name="connsiteX8" fmla="*/ 0 w 198439"/>
                <a:gd name="connsiteY8" fmla="*/ 56099 h 242500"/>
                <a:gd name="connsiteX9" fmla="*/ 10217 w 198439"/>
                <a:gd name="connsiteY9" fmla="*/ 9511 h 242500"/>
                <a:gd name="connsiteX10" fmla="*/ 198439 w 198439"/>
                <a:gd name="connsiteY10" fmla="*/ 121580 h 242500"/>
                <a:gd name="connsiteX11" fmla="*/ 73619 w 198439"/>
                <a:gd name="connsiteY11" fmla="*/ 0 h 242500"/>
                <a:gd name="connsiteX0" fmla="*/ 198439 w 198439"/>
                <a:gd name="connsiteY0" fmla="*/ 112201 h 233121"/>
                <a:gd name="connsiteX1" fmla="*/ 52708 w 198439"/>
                <a:gd name="connsiteY1" fmla="*/ 48327 h 233121"/>
                <a:gd name="connsiteX2" fmla="*/ 103192 w 198439"/>
                <a:gd name="connsiteY2" fmla="*/ 175320 h 233121"/>
                <a:gd name="connsiteX3" fmla="*/ 95842 w 198439"/>
                <a:gd name="connsiteY3" fmla="*/ 223884 h 233121"/>
                <a:gd name="connsiteX4" fmla="*/ 92410 w 198439"/>
                <a:gd name="connsiteY4" fmla="*/ 233121 h 233121"/>
                <a:gd name="connsiteX5" fmla="*/ 31568 w 198439"/>
                <a:gd name="connsiteY5" fmla="*/ 233121 h 233121"/>
                <a:gd name="connsiteX6" fmla="*/ 37381 w 198439"/>
                <a:gd name="connsiteY6" fmla="*/ 221005 h 233121"/>
                <a:gd name="connsiteX7" fmla="*/ 47310 w 198439"/>
                <a:gd name="connsiteY7" fmla="*/ 170550 h 233121"/>
                <a:gd name="connsiteX8" fmla="*/ 0 w 198439"/>
                <a:gd name="connsiteY8" fmla="*/ 46720 h 233121"/>
                <a:gd name="connsiteX9" fmla="*/ 10217 w 198439"/>
                <a:gd name="connsiteY9" fmla="*/ 132 h 233121"/>
                <a:gd name="connsiteX10" fmla="*/ 198439 w 198439"/>
                <a:gd name="connsiteY10" fmla="*/ 112201 h 233121"/>
                <a:gd name="connsiteX0" fmla="*/ 198439 w 198439"/>
                <a:gd name="connsiteY0" fmla="*/ 112201 h 233121"/>
                <a:gd name="connsiteX1" fmla="*/ 103192 w 198439"/>
                <a:gd name="connsiteY1" fmla="*/ 175320 h 233121"/>
                <a:gd name="connsiteX2" fmla="*/ 95842 w 198439"/>
                <a:gd name="connsiteY2" fmla="*/ 223884 h 233121"/>
                <a:gd name="connsiteX3" fmla="*/ 92410 w 198439"/>
                <a:gd name="connsiteY3" fmla="*/ 233121 h 233121"/>
                <a:gd name="connsiteX4" fmla="*/ 31568 w 198439"/>
                <a:gd name="connsiteY4" fmla="*/ 233121 h 233121"/>
                <a:gd name="connsiteX5" fmla="*/ 37381 w 198439"/>
                <a:gd name="connsiteY5" fmla="*/ 221005 h 233121"/>
                <a:gd name="connsiteX6" fmla="*/ 47310 w 198439"/>
                <a:gd name="connsiteY6" fmla="*/ 170550 h 233121"/>
                <a:gd name="connsiteX7" fmla="*/ 0 w 198439"/>
                <a:gd name="connsiteY7" fmla="*/ 46720 h 233121"/>
                <a:gd name="connsiteX8" fmla="*/ 10217 w 198439"/>
                <a:gd name="connsiteY8" fmla="*/ 132 h 233121"/>
                <a:gd name="connsiteX9" fmla="*/ 198439 w 198439"/>
                <a:gd name="connsiteY9" fmla="*/ 112201 h 233121"/>
                <a:gd name="connsiteX0" fmla="*/ 198439 w 198439"/>
                <a:gd name="connsiteY0" fmla="*/ 112201 h 233121"/>
                <a:gd name="connsiteX1" fmla="*/ 95842 w 198439"/>
                <a:gd name="connsiteY1" fmla="*/ 223884 h 233121"/>
                <a:gd name="connsiteX2" fmla="*/ 92410 w 198439"/>
                <a:gd name="connsiteY2" fmla="*/ 233121 h 233121"/>
                <a:gd name="connsiteX3" fmla="*/ 31568 w 198439"/>
                <a:gd name="connsiteY3" fmla="*/ 233121 h 233121"/>
                <a:gd name="connsiteX4" fmla="*/ 37381 w 198439"/>
                <a:gd name="connsiteY4" fmla="*/ 221005 h 233121"/>
                <a:gd name="connsiteX5" fmla="*/ 47310 w 198439"/>
                <a:gd name="connsiteY5" fmla="*/ 170550 h 233121"/>
                <a:gd name="connsiteX6" fmla="*/ 0 w 198439"/>
                <a:gd name="connsiteY6" fmla="*/ 46720 h 233121"/>
                <a:gd name="connsiteX7" fmla="*/ 10217 w 198439"/>
                <a:gd name="connsiteY7" fmla="*/ 132 h 233121"/>
                <a:gd name="connsiteX8" fmla="*/ 198439 w 198439"/>
                <a:gd name="connsiteY8" fmla="*/ 112201 h 233121"/>
                <a:gd name="connsiteX0" fmla="*/ 31568 w 198439"/>
                <a:gd name="connsiteY0" fmla="*/ 233121 h 293911"/>
                <a:gd name="connsiteX1" fmla="*/ 37381 w 198439"/>
                <a:gd name="connsiteY1" fmla="*/ 221005 h 293911"/>
                <a:gd name="connsiteX2" fmla="*/ 47310 w 198439"/>
                <a:gd name="connsiteY2" fmla="*/ 170550 h 293911"/>
                <a:gd name="connsiteX3" fmla="*/ 0 w 198439"/>
                <a:gd name="connsiteY3" fmla="*/ 46720 h 293911"/>
                <a:gd name="connsiteX4" fmla="*/ 10217 w 198439"/>
                <a:gd name="connsiteY4" fmla="*/ 132 h 293911"/>
                <a:gd name="connsiteX5" fmla="*/ 198439 w 198439"/>
                <a:gd name="connsiteY5" fmla="*/ 112201 h 293911"/>
                <a:gd name="connsiteX6" fmla="*/ 95842 w 198439"/>
                <a:gd name="connsiteY6" fmla="*/ 223884 h 293911"/>
                <a:gd name="connsiteX7" fmla="*/ 183850 w 198439"/>
                <a:gd name="connsiteY7" fmla="*/ 293911 h 293911"/>
                <a:gd name="connsiteX0" fmla="*/ 31568 w 201775"/>
                <a:gd name="connsiteY0" fmla="*/ 232989 h 293779"/>
                <a:gd name="connsiteX1" fmla="*/ 37381 w 201775"/>
                <a:gd name="connsiteY1" fmla="*/ 220873 h 293779"/>
                <a:gd name="connsiteX2" fmla="*/ 47310 w 201775"/>
                <a:gd name="connsiteY2" fmla="*/ 170418 h 293779"/>
                <a:gd name="connsiteX3" fmla="*/ 0 w 201775"/>
                <a:gd name="connsiteY3" fmla="*/ 46588 h 293779"/>
                <a:gd name="connsiteX4" fmla="*/ 10217 w 201775"/>
                <a:gd name="connsiteY4" fmla="*/ 0 h 293779"/>
                <a:gd name="connsiteX5" fmla="*/ 161264 w 201775"/>
                <a:gd name="connsiteY5" fmla="*/ 85778 h 293779"/>
                <a:gd name="connsiteX6" fmla="*/ 198439 w 201775"/>
                <a:gd name="connsiteY6" fmla="*/ 112069 h 293779"/>
                <a:gd name="connsiteX7" fmla="*/ 95842 w 201775"/>
                <a:gd name="connsiteY7" fmla="*/ 223752 h 293779"/>
                <a:gd name="connsiteX8" fmla="*/ 183850 w 201775"/>
                <a:gd name="connsiteY8" fmla="*/ 293779 h 293779"/>
                <a:gd name="connsiteX0" fmla="*/ 31568 w 198439"/>
                <a:gd name="connsiteY0" fmla="*/ 232989 h 293779"/>
                <a:gd name="connsiteX1" fmla="*/ 37381 w 198439"/>
                <a:gd name="connsiteY1" fmla="*/ 220873 h 293779"/>
                <a:gd name="connsiteX2" fmla="*/ 47310 w 198439"/>
                <a:gd name="connsiteY2" fmla="*/ 170418 h 293779"/>
                <a:gd name="connsiteX3" fmla="*/ 0 w 198439"/>
                <a:gd name="connsiteY3" fmla="*/ 46588 h 293779"/>
                <a:gd name="connsiteX4" fmla="*/ 10217 w 198439"/>
                <a:gd name="connsiteY4" fmla="*/ 0 h 293779"/>
                <a:gd name="connsiteX5" fmla="*/ 198439 w 198439"/>
                <a:gd name="connsiteY5" fmla="*/ 112069 h 293779"/>
                <a:gd name="connsiteX6" fmla="*/ 95842 w 198439"/>
                <a:gd name="connsiteY6" fmla="*/ 223752 h 293779"/>
                <a:gd name="connsiteX7" fmla="*/ 183850 w 198439"/>
                <a:gd name="connsiteY7" fmla="*/ 293779 h 293779"/>
                <a:gd name="connsiteX0" fmla="*/ 31568 w 183850"/>
                <a:gd name="connsiteY0" fmla="*/ 232989 h 293779"/>
                <a:gd name="connsiteX1" fmla="*/ 37381 w 183850"/>
                <a:gd name="connsiteY1" fmla="*/ 220873 h 293779"/>
                <a:gd name="connsiteX2" fmla="*/ 47310 w 183850"/>
                <a:gd name="connsiteY2" fmla="*/ 170418 h 293779"/>
                <a:gd name="connsiteX3" fmla="*/ 0 w 183850"/>
                <a:gd name="connsiteY3" fmla="*/ 46588 h 293779"/>
                <a:gd name="connsiteX4" fmla="*/ 10217 w 183850"/>
                <a:gd name="connsiteY4" fmla="*/ 0 h 293779"/>
                <a:gd name="connsiteX5" fmla="*/ 95842 w 183850"/>
                <a:gd name="connsiteY5" fmla="*/ 223752 h 293779"/>
                <a:gd name="connsiteX6" fmla="*/ 183850 w 183850"/>
                <a:gd name="connsiteY6" fmla="*/ 293779 h 293779"/>
                <a:gd name="connsiteX0" fmla="*/ 31568 w 183850"/>
                <a:gd name="connsiteY0" fmla="*/ 232989 h 293779"/>
                <a:gd name="connsiteX1" fmla="*/ 37381 w 183850"/>
                <a:gd name="connsiteY1" fmla="*/ 220873 h 293779"/>
                <a:gd name="connsiteX2" fmla="*/ 47310 w 183850"/>
                <a:gd name="connsiteY2" fmla="*/ 170418 h 293779"/>
                <a:gd name="connsiteX3" fmla="*/ 0 w 183850"/>
                <a:gd name="connsiteY3" fmla="*/ 46588 h 293779"/>
                <a:gd name="connsiteX4" fmla="*/ 10217 w 183850"/>
                <a:gd name="connsiteY4" fmla="*/ 0 h 293779"/>
                <a:gd name="connsiteX5" fmla="*/ 183850 w 183850"/>
                <a:gd name="connsiteY5" fmla="*/ 293779 h 293779"/>
                <a:gd name="connsiteX0" fmla="*/ 31568 w 47331"/>
                <a:gd name="connsiteY0" fmla="*/ 232989 h 232989"/>
                <a:gd name="connsiteX1" fmla="*/ 37381 w 47331"/>
                <a:gd name="connsiteY1" fmla="*/ 220873 h 232989"/>
                <a:gd name="connsiteX2" fmla="*/ 47310 w 47331"/>
                <a:gd name="connsiteY2" fmla="*/ 170418 h 232989"/>
                <a:gd name="connsiteX3" fmla="*/ 0 w 47331"/>
                <a:gd name="connsiteY3" fmla="*/ 46588 h 232989"/>
                <a:gd name="connsiteX4" fmla="*/ 10217 w 47331"/>
                <a:gd name="connsiteY4" fmla="*/ 0 h 232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331" h="232989">
                  <a:moveTo>
                    <a:pt x="31568" y="232989"/>
                  </a:moveTo>
                  <a:lnTo>
                    <a:pt x="37381" y="220873"/>
                  </a:lnTo>
                  <a:cubicBezTo>
                    <a:pt x="42854" y="206936"/>
                    <a:pt x="47695" y="188483"/>
                    <a:pt x="47310" y="170418"/>
                  </a:cubicBezTo>
                  <a:cubicBezTo>
                    <a:pt x="46539" y="134289"/>
                    <a:pt x="4208" y="93811"/>
                    <a:pt x="0" y="46588"/>
                  </a:cubicBezTo>
                  <a:cubicBezTo>
                    <a:pt x="0" y="28391"/>
                    <a:pt x="4840" y="11921"/>
                    <a:pt x="10217" y="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手繪多邊形 416">
              <a:extLst>
                <a:ext uri="{FF2B5EF4-FFF2-40B4-BE49-F238E27FC236}">
                  <a16:creationId xmlns:a16="http://schemas.microsoft.com/office/drawing/2014/main" id="{96127C55-0A77-9A47-AFD0-11B777771D40}"/>
                </a:ext>
              </a:extLst>
            </p:cNvPr>
            <p:cNvSpPr/>
            <p:nvPr/>
          </p:nvSpPr>
          <p:spPr>
            <a:xfrm rot="580019">
              <a:off x="977594" y="1894311"/>
              <a:ext cx="47331" cy="350462"/>
            </a:xfrm>
            <a:custGeom>
              <a:avLst/>
              <a:gdLst>
                <a:gd name="connsiteX0" fmla="*/ 15559 w 103201"/>
                <a:gd name="connsiteY0" fmla="*/ 0 h 242500"/>
                <a:gd name="connsiteX1" fmla="*/ 73619 w 103201"/>
                <a:gd name="connsiteY1" fmla="*/ 0 h 242500"/>
                <a:gd name="connsiteX2" fmla="*/ 67199 w 103201"/>
                <a:gd name="connsiteY2" fmla="*/ 7044 h 242500"/>
                <a:gd name="connsiteX3" fmla="*/ 52708 w 103201"/>
                <a:gd name="connsiteY3" fmla="*/ 57706 h 242500"/>
                <a:gd name="connsiteX4" fmla="*/ 103192 w 103201"/>
                <a:gd name="connsiteY4" fmla="*/ 184699 h 242500"/>
                <a:gd name="connsiteX5" fmla="*/ 95842 w 103201"/>
                <a:gd name="connsiteY5" fmla="*/ 233263 h 242500"/>
                <a:gd name="connsiteX6" fmla="*/ 92410 w 103201"/>
                <a:gd name="connsiteY6" fmla="*/ 242500 h 242500"/>
                <a:gd name="connsiteX7" fmla="*/ 31568 w 103201"/>
                <a:gd name="connsiteY7" fmla="*/ 242500 h 242500"/>
                <a:gd name="connsiteX8" fmla="*/ 37381 w 103201"/>
                <a:gd name="connsiteY8" fmla="*/ 230384 h 242500"/>
                <a:gd name="connsiteX9" fmla="*/ 47310 w 103201"/>
                <a:gd name="connsiteY9" fmla="*/ 179929 h 242500"/>
                <a:gd name="connsiteX10" fmla="*/ 0 w 103201"/>
                <a:gd name="connsiteY10" fmla="*/ 56099 h 242500"/>
                <a:gd name="connsiteX11" fmla="*/ 10217 w 103201"/>
                <a:gd name="connsiteY11" fmla="*/ 9511 h 242500"/>
                <a:gd name="connsiteX0" fmla="*/ 73619 w 106999"/>
                <a:gd name="connsiteY0" fmla="*/ 0 h 242500"/>
                <a:gd name="connsiteX1" fmla="*/ 67199 w 106999"/>
                <a:gd name="connsiteY1" fmla="*/ 7044 h 242500"/>
                <a:gd name="connsiteX2" fmla="*/ 52708 w 106999"/>
                <a:gd name="connsiteY2" fmla="*/ 57706 h 242500"/>
                <a:gd name="connsiteX3" fmla="*/ 103192 w 106999"/>
                <a:gd name="connsiteY3" fmla="*/ 184699 h 242500"/>
                <a:gd name="connsiteX4" fmla="*/ 95842 w 106999"/>
                <a:gd name="connsiteY4" fmla="*/ 233263 h 242500"/>
                <a:gd name="connsiteX5" fmla="*/ 92410 w 106999"/>
                <a:gd name="connsiteY5" fmla="*/ 242500 h 242500"/>
                <a:gd name="connsiteX6" fmla="*/ 31568 w 106999"/>
                <a:gd name="connsiteY6" fmla="*/ 242500 h 242500"/>
                <a:gd name="connsiteX7" fmla="*/ 37381 w 106999"/>
                <a:gd name="connsiteY7" fmla="*/ 230384 h 242500"/>
                <a:gd name="connsiteX8" fmla="*/ 47310 w 106999"/>
                <a:gd name="connsiteY8" fmla="*/ 179929 h 242500"/>
                <a:gd name="connsiteX9" fmla="*/ 0 w 106999"/>
                <a:gd name="connsiteY9" fmla="*/ 56099 h 242500"/>
                <a:gd name="connsiteX10" fmla="*/ 10217 w 106999"/>
                <a:gd name="connsiteY10" fmla="*/ 9511 h 242500"/>
                <a:gd name="connsiteX11" fmla="*/ 106999 w 106999"/>
                <a:gd name="connsiteY11" fmla="*/ 60790 h 242500"/>
                <a:gd name="connsiteX0" fmla="*/ 73619 w 106999"/>
                <a:gd name="connsiteY0" fmla="*/ 0 h 242500"/>
                <a:gd name="connsiteX1" fmla="*/ 67199 w 106999"/>
                <a:gd name="connsiteY1" fmla="*/ 7044 h 242500"/>
                <a:gd name="connsiteX2" fmla="*/ 52708 w 106999"/>
                <a:gd name="connsiteY2" fmla="*/ 57706 h 242500"/>
                <a:gd name="connsiteX3" fmla="*/ 103192 w 106999"/>
                <a:gd name="connsiteY3" fmla="*/ 184699 h 242500"/>
                <a:gd name="connsiteX4" fmla="*/ 95842 w 106999"/>
                <a:gd name="connsiteY4" fmla="*/ 233263 h 242500"/>
                <a:gd name="connsiteX5" fmla="*/ 92410 w 106999"/>
                <a:gd name="connsiteY5" fmla="*/ 242500 h 242500"/>
                <a:gd name="connsiteX6" fmla="*/ 31568 w 106999"/>
                <a:gd name="connsiteY6" fmla="*/ 242500 h 242500"/>
                <a:gd name="connsiteX7" fmla="*/ 37381 w 106999"/>
                <a:gd name="connsiteY7" fmla="*/ 230384 h 242500"/>
                <a:gd name="connsiteX8" fmla="*/ 47310 w 106999"/>
                <a:gd name="connsiteY8" fmla="*/ 179929 h 242500"/>
                <a:gd name="connsiteX9" fmla="*/ 0 w 106999"/>
                <a:gd name="connsiteY9" fmla="*/ 56099 h 242500"/>
                <a:gd name="connsiteX10" fmla="*/ 10217 w 106999"/>
                <a:gd name="connsiteY10" fmla="*/ 9511 h 242500"/>
                <a:gd name="connsiteX11" fmla="*/ 106999 w 106999"/>
                <a:gd name="connsiteY11" fmla="*/ 60790 h 242500"/>
                <a:gd name="connsiteX12" fmla="*/ 73619 w 106999"/>
                <a:gd name="connsiteY12" fmla="*/ 0 h 242500"/>
                <a:gd name="connsiteX0" fmla="*/ 73619 w 198439"/>
                <a:gd name="connsiteY0" fmla="*/ 0 h 242500"/>
                <a:gd name="connsiteX1" fmla="*/ 67199 w 198439"/>
                <a:gd name="connsiteY1" fmla="*/ 7044 h 242500"/>
                <a:gd name="connsiteX2" fmla="*/ 52708 w 198439"/>
                <a:gd name="connsiteY2" fmla="*/ 57706 h 242500"/>
                <a:gd name="connsiteX3" fmla="*/ 103192 w 198439"/>
                <a:gd name="connsiteY3" fmla="*/ 184699 h 242500"/>
                <a:gd name="connsiteX4" fmla="*/ 95842 w 198439"/>
                <a:gd name="connsiteY4" fmla="*/ 233263 h 242500"/>
                <a:gd name="connsiteX5" fmla="*/ 92410 w 198439"/>
                <a:gd name="connsiteY5" fmla="*/ 242500 h 242500"/>
                <a:gd name="connsiteX6" fmla="*/ 31568 w 198439"/>
                <a:gd name="connsiteY6" fmla="*/ 242500 h 242500"/>
                <a:gd name="connsiteX7" fmla="*/ 37381 w 198439"/>
                <a:gd name="connsiteY7" fmla="*/ 230384 h 242500"/>
                <a:gd name="connsiteX8" fmla="*/ 47310 w 198439"/>
                <a:gd name="connsiteY8" fmla="*/ 179929 h 242500"/>
                <a:gd name="connsiteX9" fmla="*/ 0 w 198439"/>
                <a:gd name="connsiteY9" fmla="*/ 56099 h 242500"/>
                <a:gd name="connsiteX10" fmla="*/ 10217 w 198439"/>
                <a:gd name="connsiteY10" fmla="*/ 9511 h 242500"/>
                <a:gd name="connsiteX11" fmla="*/ 198439 w 198439"/>
                <a:gd name="connsiteY11" fmla="*/ 121580 h 242500"/>
                <a:gd name="connsiteX0" fmla="*/ 73619 w 198439"/>
                <a:gd name="connsiteY0" fmla="*/ 0 h 242500"/>
                <a:gd name="connsiteX1" fmla="*/ 67199 w 198439"/>
                <a:gd name="connsiteY1" fmla="*/ 7044 h 242500"/>
                <a:gd name="connsiteX2" fmla="*/ 52708 w 198439"/>
                <a:gd name="connsiteY2" fmla="*/ 57706 h 242500"/>
                <a:gd name="connsiteX3" fmla="*/ 103192 w 198439"/>
                <a:gd name="connsiteY3" fmla="*/ 184699 h 242500"/>
                <a:gd name="connsiteX4" fmla="*/ 95842 w 198439"/>
                <a:gd name="connsiteY4" fmla="*/ 233263 h 242500"/>
                <a:gd name="connsiteX5" fmla="*/ 92410 w 198439"/>
                <a:gd name="connsiteY5" fmla="*/ 242500 h 242500"/>
                <a:gd name="connsiteX6" fmla="*/ 31568 w 198439"/>
                <a:gd name="connsiteY6" fmla="*/ 242500 h 242500"/>
                <a:gd name="connsiteX7" fmla="*/ 37381 w 198439"/>
                <a:gd name="connsiteY7" fmla="*/ 230384 h 242500"/>
                <a:gd name="connsiteX8" fmla="*/ 47310 w 198439"/>
                <a:gd name="connsiteY8" fmla="*/ 179929 h 242500"/>
                <a:gd name="connsiteX9" fmla="*/ 0 w 198439"/>
                <a:gd name="connsiteY9" fmla="*/ 56099 h 242500"/>
                <a:gd name="connsiteX10" fmla="*/ 10217 w 198439"/>
                <a:gd name="connsiteY10" fmla="*/ 9511 h 242500"/>
                <a:gd name="connsiteX11" fmla="*/ 198439 w 198439"/>
                <a:gd name="connsiteY11" fmla="*/ 121580 h 242500"/>
                <a:gd name="connsiteX12" fmla="*/ 73619 w 198439"/>
                <a:gd name="connsiteY12" fmla="*/ 0 h 242500"/>
                <a:gd name="connsiteX0" fmla="*/ 73619 w 198439"/>
                <a:gd name="connsiteY0" fmla="*/ 0 h 242500"/>
                <a:gd name="connsiteX1" fmla="*/ 52708 w 198439"/>
                <a:gd name="connsiteY1" fmla="*/ 57706 h 242500"/>
                <a:gd name="connsiteX2" fmla="*/ 103192 w 198439"/>
                <a:gd name="connsiteY2" fmla="*/ 184699 h 242500"/>
                <a:gd name="connsiteX3" fmla="*/ 95842 w 198439"/>
                <a:gd name="connsiteY3" fmla="*/ 233263 h 242500"/>
                <a:gd name="connsiteX4" fmla="*/ 92410 w 198439"/>
                <a:gd name="connsiteY4" fmla="*/ 242500 h 242500"/>
                <a:gd name="connsiteX5" fmla="*/ 31568 w 198439"/>
                <a:gd name="connsiteY5" fmla="*/ 242500 h 242500"/>
                <a:gd name="connsiteX6" fmla="*/ 37381 w 198439"/>
                <a:gd name="connsiteY6" fmla="*/ 230384 h 242500"/>
                <a:gd name="connsiteX7" fmla="*/ 47310 w 198439"/>
                <a:gd name="connsiteY7" fmla="*/ 179929 h 242500"/>
                <a:gd name="connsiteX8" fmla="*/ 0 w 198439"/>
                <a:gd name="connsiteY8" fmla="*/ 56099 h 242500"/>
                <a:gd name="connsiteX9" fmla="*/ 10217 w 198439"/>
                <a:gd name="connsiteY9" fmla="*/ 9511 h 242500"/>
                <a:gd name="connsiteX10" fmla="*/ 198439 w 198439"/>
                <a:gd name="connsiteY10" fmla="*/ 121580 h 242500"/>
                <a:gd name="connsiteX11" fmla="*/ 73619 w 198439"/>
                <a:gd name="connsiteY11" fmla="*/ 0 h 242500"/>
                <a:gd name="connsiteX0" fmla="*/ 198439 w 198439"/>
                <a:gd name="connsiteY0" fmla="*/ 112201 h 233121"/>
                <a:gd name="connsiteX1" fmla="*/ 52708 w 198439"/>
                <a:gd name="connsiteY1" fmla="*/ 48327 h 233121"/>
                <a:gd name="connsiteX2" fmla="*/ 103192 w 198439"/>
                <a:gd name="connsiteY2" fmla="*/ 175320 h 233121"/>
                <a:gd name="connsiteX3" fmla="*/ 95842 w 198439"/>
                <a:gd name="connsiteY3" fmla="*/ 223884 h 233121"/>
                <a:gd name="connsiteX4" fmla="*/ 92410 w 198439"/>
                <a:gd name="connsiteY4" fmla="*/ 233121 h 233121"/>
                <a:gd name="connsiteX5" fmla="*/ 31568 w 198439"/>
                <a:gd name="connsiteY5" fmla="*/ 233121 h 233121"/>
                <a:gd name="connsiteX6" fmla="*/ 37381 w 198439"/>
                <a:gd name="connsiteY6" fmla="*/ 221005 h 233121"/>
                <a:gd name="connsiteX7" fmla="*/ 47310 w 198439"/>
                <a:gd name="connsiteY7" fmla="*/ 170550 h 233121"/>
                <a:gd name="connsiteX8" fmla="*/ 0 w 198439"/>
                <a:gd name="connsiteY8" fmla="*/ 46720 h 233121"/>
                <a:gd name="connsiteX9" fmla="*/ 10217 w 198439"/>
                <a:gd name="connsiteY9" fmla="*/ 132 h 233121"/>
                <a:gd name="connsiteX10" fmla="*/ 198439 w 198439"/>
                <a:gd name="connsiteY10" fmla="*/ 112201 h 233121"/>
                <a:gd name="connsiteX0" fmla="*/ 198439 w 198439"/>
                <a:gd name="connsiteY0" fmla="*/ 112201 h 233121"/>
                <a:gd name="connsiteX1" fmla="*/ 103192 w 198439"/>
                <a:gd name="connsiteY1" fmla="*/ 175320 h 233121"/>
                <a:gd name="connsiteX2" fmla="*/ 95842 w 198439"/>
                <a:gd name="connsiteY2" fmla="*/ 223884 h 233121"/>
                <a:gd name="connsiteX3" fmla="*/ 92410 w 198439"/>
                <a:gd name="connsiteY3" fmla="*/ 233121 h 233121"/>
                <a:gd name="connsiteX4" fmla="*/ 31568 w 198439"/>
                <a:gd name="connsiteY4" fmla="*/ 233121 h 233121"/>
                <a:gd name="connsiteX5" fmla="*/ 37381 w 198439"/>
                <a:gd name="connsiteY5" fmla="*/ 221005 h 233121"/>
                <a:gd name="connsiteX6" fmla="*/ 47310 w 198439"/>
                <a:gd name="connsiteY6" fmla="*/ 170550 h 233121"/>
                <a:gd name="connsiteX7" fmla="*/ 0 w 198439"/>
                <a:gd name="connsiteY7" fmla="*/ 46720 h 233121"/>
                <a:gd name="connsiteX8" fmla="*/ 10217 w 198439"/>
                <a:gd name="connsiteY8" fmla="*/ 132 h 233121"/>
                <a:gd name="connsiteX9" fmla="*/ 198439 w 198439"/>
                <a:gd name="connsiteY9" fmla="*/ 112201 h 233121"/>
                <a:gd name="connsiteX0" fmla="*/ 198439 w 198439"/>
                <a:gd name="connsiteY0" fmla="*/ 112201 h 233121"/>
                <a:gd name="connsiteX1" fmla="*/ 95842 w 198439"/>
                <a:gd name="connsiteY1" fmla="*/ 223884 h 233121"/>
                <a:gd name="connsiteX2" fmla="*/ 92410 w 198439"/>
                <a:gd name="connsiteY2" fmla="*/ 233121 h 233121"/>
                <a:gd name="connsiteX3" fmla="*/ 31568 w 198439"/>
                <a:gd name="connsiteY3" fmla="*/ 233121 h 233121"/>
                <a:gd name="connsiteX4" fmla="*/ 37381 w 198439"/>
                <a:gd name="connsiteY4" fmla="*/ 221005 h 233121"/>
                <a:gd name="connsiteX5" fmla="*/ 47310 w 198439"/>
                <a:gd name="connsiteY5" fmla="*/ 170550 h 233121"/>
                <a:gd name="connsiteX6" fmla="*/ 0 w 198439"/>
                <a:gd name="connsiteY6" fmla="*/ 46720 h 233121"/>
                <a:gd name="connsiteX7" fmla="*/ 10217 w 198439"/>
                <a:gd name="connsiteY7" fmla="*/ 132 h 233121"/>
                <a:gd name="connsiteX8" fmla="*/ 198439 w 198439"/>
                <a:gd name="connsiteY8" fmla="*/ 112201 h 233121"/>
                <a:gd name="connsiteX0" fmla="*/ 31568 w 198439"/>
                <a:gd name="connsiteY0" fmla="*/ 233121 h 293911"/>
                <a:gd name="connsiteX1" fmla="*/ 37381 w 198439"/>
                <a:gd name="connsiteY1" fmla="*/ 221005 h 293911"/>
                <a:gd name="connsiteX2" fmla="*/ 47310 w 198439"/>
                <a:gd name="connsiteY2" fmla="*/ 170550 h 293911"/>
                <a:gd name="connsiteX3" fmla="*/ 0 w 198439"/>
                <a:gd name="connsiteY3" fmla="*/ 46720 h 293911"/>
                <a:gd name="connsiteX4" fmla="*/ 10217 w 198439"/>
                <a:gd name="connsiteY4" fmla="*/ 132 h 293911"/>
                <a:gd name="connsiteX5" fmla="*/ 198439 w 198439"/>
                <a:gd name="connsiteY5" fmla="*/ 112201 h 293911"/>
                <a:gd name="connsiteX6" fmla="*/ 95842 w 198439"/>
                <a:gd name="connsiteY6" fmla="*/ 223884 h 293911"/>
                <a:gd name="connsiteX7" fmla="*/ 183850 w 198439"/>
                <a:gd name="connsiteY7" fmla="*/ 293911 h 293911"/>
                <a:gd name="connsiteX0" fmla="*/ 31568 w 201775"/>
                <a:gd name="connsiteY0" fmla="*/ 232989 h 293779"/>
                <a:gd name="connsiteX1" fmla="*/ 37381 w 201775"/>
                <a:gd name="connsiteY1" fmla="*/ 220873 h 293779"/>
                <a:gd name="connsiteX2" fmla="*/ 47310 w 201775"/>
                <a:gd name="connsiteY2" fmla="*/ 170418 h 293779"/>
                <a:gd name="connsiteX3" fmla="*/ 0 w 201775"/>
                <a:gd name="connsiteY3" fmla="*/ 46588 h 293779"/>
                <a:gd name="connsiteX4" fmla="*/ 10217 w 201775"/>
                <a:gd name="connsiteY4" fmla="*/ 0 h 293779"/>
                <a:gd name="connsiteX5" fmla="*/ 161264 w 201775"/>
                <a:gd name="connsiteY5" fmla="*/ 85778 h 293779"/>
                <a:gd name="connsiteX6" fmla="*/ 198439 w 201775"/>
                <a:gd name="connsiteY6" fmla="*/ 112069 h 293779"/>
                <a:gd name="connsiteX7" fmla="*/ 95842 w 201775"/>
                <a:gd name="connsiteY7" fmla="*/ 223752 h 293779"/>
                <a:gd name="connsiteX8" fmla="*/ 183850 w 201775"/>
                <a:gd name="connsiteY8" fmla="*/ 293779 h 293779"/>
                <a:gd name="connsiteX0" fmla="*/ 31568 w 198439"/>
                <a:gd name="connsiteY0" fmla="*/ 232989 h 293779"/>
                <a:gd name="connsiteX1" fmla="*/ 37381 w 198439"/>
                <a:gd name="connsiteY1" fmla="*/ 220873 h 293779"/>
                <a:gd name="connsiteX2" fmla="*/ 47310 w 198439"/>
                <a:gd name="connsiteY2" fmla="*/ 170418 h 293779"/>
                <a:gd name="connsiteX3" fmla="*/ 0 w 198439"/>
                <a:gd name="connsiteY3" fmla="*/ 46588 h 293779"/>
                <a:gd name="connsiteX4" fmla="*/ 10217 w 198439"/>
                <a:gd name="connsiteY4" fmla="*/ 0 h 293779"/>
                <a:gd name="connsiteX5" fmla="*/ 198439 w 198439"/>
                <a:gd name="connsiteY5" fmla="*/ 112069 h 293779"/>
                <a:gd name="connsiteX6" fmla="*/ 95842 w 198439"/>
                <a:gd name="connsiteY6" fmla="*/ 223752 h 293779"/>
                <a:gd name="connsiteX7" fmla="*/ 183850 w 198439"/>
                <a:gd name="connsiteY7" fmla="*/ 293779 h 293779"/>
                <a:gd name="connsiteX0" fmla="*/ 31568 w 183850"/>
                <a:gd name="connsiteY0" fmla="*/ 232989 h 293779"/>
                <a:gd name="connsiteX1" fmla="*/ 37381 w 183850"/>
                <a:gd name="connsiteY1" fmla="*/ 220873 h 293779"/>
                <a:gd name="connsiteX2" fmla="*/ 47310 w 183850"/>
                <a:gd name="connsiteY2" fmla="*/ 170418 h 293779"/>
                <a:gd name="connsiteX3" fmla="*/ 0 w 183850"/>
                <a:gd name="connsiteY3" fmla="*/ 46588 h 293779"/>
                <a:gd name="connsiteX4" fmla="*/ 10217 w 183850"/>
                <a:gd name="connsiteY4" fmla="*/ 0 h 293779"/>
                <a:gd name="connsiteX5" fmla="*/ 95842 w 183850"/>
                <a:gd name="connsiteY5" fmla="*/ 223752 h 293779"/>
                <a:gd name="connsiteX6" fmla="*/ 183850 w 183850"/>
                <a:gd name="connsiteY6" fmla="*/ 293779 h 293779"/>
                <a:gd name="connsiteX0" fmla="*/ 31568 w 183850"/>
                <a:gd name="connsiteY0" fmla="*/ 232989 h 293779"/>
                <a:gd name="connsiteX1" fmla="*/ 37381 w 183850"/>
                <a:gd name="connsiteY1" fmla="*/ 220873 h 293779"/>
                <a:gd name="connsiteX2" fmla="*/ 47310 w 183850"/>
                <a:gd name="connsiteY2" fmla="*/ 170418 h 293779"/>
                <a:gd name="connsiteX3" fmla="*/ 0 w 183850"/>
                <a:gd name="connsiteY3" fmla="*/ 46588 h 293779"/>
                <a:gd name="connsiteX4" fmla="*/ 10217 w 183850"/>
                <a:gd name="connsiteY4" fmla="*/ 0 h 293779"/>
                <a:gd name="connsiteX5" fmla="*/ 183850 w 183850"/>
                <a:gd name="connsiteY5" fmla="*/ 293779 h 293779"/>
                <a:gd name="connsiteX0" fmla="*/ 31568 w 47331"/>
                <a:gd name="connsiteY0" fmla="*/ 232989 h 232989"/>
                <a:gd name="connsiteX1" fmla="*/ 37381 w 47331"/>
                <a:gd name="connsiteY1" fmla="*/ 220873 h 232989"/>
                <a:gd name="connsiteX2" fmla="*/ 47310 w 47331"/>
                <a:gd name="connsiteY2" fmla="*/ 170418 h 232989"/>
                <a:gd name="connsiteX3" fmla="*/ 0 w 47331"/>
                <a:gd name="connsiteY3" fmla="*/ 46588 h 232989"/>
                <a:gd name="connsiteX4" fmla="*/ 10217 w 47331"/>
                <a:gd name="connsiteY4" fmla="*/ 0 h 232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331" h="232989">
                  <a:moveTo>
                    <a:pt x="31568" y="232989"/>
                  </a:moveTo>
                  <a:lnTo>
                    <a:pt x="37381" y="220873"/>
                  </a:lnTo>
                  <a:cubicBezTo>
                    <a:pt x="42854" y="206936"/>
                    <a:pt x="47695" y="188483"/>
                    <a:pt x="47310" y="170418"/>
                  </a:cubicBezTo>
                  <a:cubicBezTo>
                    <a:pt x="46539" y="134289"/>
                    <a:pt x="4208" y="93811"/>
                    <a:pt x="0" y="46588"/>
                  </a:cubicBezTo>
                  <a:cubicBezTo>
                    <a:pt x="0" y="28391"/>
                    <a:pt x="4840" y="11921"/>
                    <a:pt x="10217" y="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58" name="Arc 57">
            <a:extLst>
              <a:ext uri="{FF2B5EF4-FFF2-40B4-BE49-F238E27FC236}">
                <a16:creationId xmlns:a16="http://schemas.microsoft.com/office/drawing/2014/main" id="{7C0B2F6D-D7F1-D044-A797-BF97BE0D3633}"/>
              </a:ext>
            </a:extLst>
          </p:cNvPr>
          <p:cNvSpPr/>
          <p:nvPr/>
        </p:nvSpPr>
        <p:spPr>
          <a:xfrm flipH="1">
            <a:off x="1943404" y="3122584"/>
            <a:ext cx="977384" cy="447973"/>
          </a:xfrm>
          <a:prstGeom prst="arc">
            <a:avLst>
              <a:gd name="adj1" fmla="val 19332473"/>
              <a:gd name="adj2" fmla="val 21080942"/>
            </a:avLst>
          </a:prstGeom>
          <a:ln w="12700">
            <a:solidFill>
              <a:schemeClr val="tx1"/>
            </a:solidFill>
            <a:prstDash val="sysDash"/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Arc 58">
            <a:extLst>
              <a:ext uri="{FF2B5EF4-FFF2-40B4-BE49-F238E27FC236}">
                <a16:creationId xmlns:a16="http://schemas.microsoft.com/office/drawing/2014/main" id="{14CCD503-6D16-EA40-9277-F73C45B8B46C}"/>
              </a:ext>
            </a:extLst>
          </p:cNvPr>
          <p:cNvSpPr/>
          <p:nvPr/>
        </p:nvSpPr>
        <p:spPr>
          <a:xfrm flipH="1">
            <a:off x="3538466" y="3969858"/>
            <a:ext cx="977384" cy="447973"/>
          </a:xfrm>
          <a:prstGeom prst="arc">
            <a:avLst>
              <a:gd name="adj1" fmla="val 19332473"/>
              <a:gd name="adj2" fmla="val 21080942"/>
            </a:avLst>
          </a:prstGeom>
          <a:ln w="12700">
            <a:solidFill>
              <a:schemeClr val="tx1"/>
            </a:solidFill>
            <a:prstDash val="sysDash"/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1" name="矩形 216">
            <a:extLst>
              <a:ext uri="{FF2B5EF4-FFF2-40B4-BE49-F238E27FC236}">
                <a16:creationId xmlns:a16="http://schemas.microsoft.com/office/drawing/2014/main" id="{3046B70B-BC57-FF46-B742-7A0D3458AF0B}"/>
              </a:ext>
            </a:extLst>
          </p:cNvPr>
          <p:cNvSpPr/>
          <p:nvPr/>
        </p:nvSpPr>
        <p:spPr>
          <a:xfrm>
            <a:off x="151012" y="3040706"/>
            <a:ext cx="140867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Task 1</a:t>
            </a:r>
          </a:p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[High Priority]</a:t>
            </a:r>
          </a:p>
        </p:txBody>
      </p:sp>
      <p:sp>
        <p:nvSpPr>
          <p:cNvPr id="62" name="矩形 216">
            <a:extLst>
              <a:ext uri="{FF2B5EF4-FFF2-40B4-BE49-F238E27FC236}">
                <a16:creationId xmlns:a16="http://schemas.microsoft.com/office/drawing/2014/main" id="{2E4C8169-D375-9E42-8AFD-3885CC59E90B}"/>
              </a:ext>
            </a:extLst>
          </p:cNvPr>
          <p:cNvSpPr/>
          <p:nvPr/>
        </p:nvSpPr>
        <p:spPr>
          <a:xfrm>
            <a:off x="1980273" y="4534472"/>
            <a:ext cx="85792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600" i="1" dirty="0">
                <a:latin typeface="Times" pitchFamily="2" charset="0"/>
                <a:cs typeface="Arial" panose="020B0604020202020204" pitchFamily="34" charset="0"/>
              </a:rPr>
              <a:t>k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job</a:t>
            </a:r>
          </a:p>
        </p:txBody>
      </p:sp>
      <p:sp>
        <p:nvSpPr>
          <p:cNvPr id="63" name="矩形 216">
            <a:extLst>
              <a:ext uri="{FF2B5EF4-FFF2-40B4-BE49-F238E27FC236}">
                <a16:creationId xmlns:a16="http://schemas.microsoft.com/office/drawing/2014/main" id="{69E107AE-61A0-764D-B16F-38F1044B0B97}"/>
              </a:ext>
            </a:extLst>
          </p:cNvPr>
          <p:cNvSpPr/>
          <p:nvPr/>
        </p:nvSpPr>
        <p:spPr>
          <a:xfrm>
            <a:off x="3265703" y="4534472"/>
            <a:ext cx="1229824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600" i="1" dirty="0">
                <a:latin typeface="Times" pitchFamily="2" charset="0"/>
                <a:cs typeface="Arial" panose="020B0604020202020204" pitchFamily="34" charset="0"/>
              </a:rPr>
              <a:t>k</a:t>
            </a:r>
            <a:r>
              <a:rPr lang="en-US" sz="1600" dirty="0">
                <a:latin typeface="Times" pitchFamily="2" charset="0"/>
                <a:cs typeface="Arial" panose="020B0604020202020204" pitchFamily="34" charset="0"/>
              </a:rPr>
              <a:t>+1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)-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job</a:t>
            </a:r>
          </a:p>
        </p:txBody>
      </p:sp>
      <p:sp>
        <p:nvSpPr>
          <p:cNvPr id="64" name="矩形 216">
            <a:extLst>
              <a:ext uri="{FF2B5EF4-FFF2-40B4-BE49-F238E27FC236}">
                <a16:creationId xmlns:a16="http://schemas.microsoft.com/office/drawing/2014/main" id="{DD1AE2DE-6A41-3A41-9630-98CB70B0D548}"/>
              </a:ext>
            </a:extLst>
          </p:cNvPr>
          <p:cNvSpPr/>
          <p:nvPr/>
        </p:nvSpPr>
        <p:spPr>
          <a:xfrm>
            <a:off x="5214185" y="4534533"/>
            <a:ext cx="38985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5" name="矩形 216">
            <a:extLst>
              <a:ext uri="{FF2B5EF4-FFF2-40B4-BE49-F238E27FC236}">
                <a16:creationId xmlns:a16="http://schemas.microsoft.com/office/drawing/2014/main" id="{841F19E3-60AF-9B41-8A3C-B7A6DE9D32E8}"/>
              </a:ext>
            </a:extLst>
          </p:cNvPr>
          <p:cNvSpPr/>
          <p:nvPr/>
        </p:nvSpPr>
        <p:spPr>
          <a:xfrm>
            <a:off x="1820156" y="2640739"/>
            <a:ext cx="114165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Execution </a:t>
            </a:r>
          </a:p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66" name="矩形 216">
            <a:extLst>
              <a:ext uri="{FF2B5EF4-FFF2-40B4-BE49-F238E27FC236}">
                <a16:creationId xmlns:a16="http://schemas.microsoft.com/office/drawing/2014/main" id="{984F9EB7-B22E-5740-826F-138E6AE0F773}"/>
              </a:ext>
            </a:extLst>
          </p:cNvPr>
          <p:cNvSpPr/>
          <p:nvPr/>
        </p:nvSpPr>
        <p:spPr>
          <a:xfrm>
            <a:off x="3463757" y="3708245"/>
            <a:ext cx="123303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Preemption</a:t>
            </a:r>
          </a:p>
        </p:txBody>
      </p:sp>
      <p:sp>
        <p:nvSpPr>
          <p:cNvPr id="68" name="矩形 216">
            <a:extLst>
              <a:ext uri="{FF2B5EF4-FFF2-40B4-BE49-F238E27FC236}">
                <a16:creationId xmlns:a16="http://schemas.microsoft.com/office/drawing/2014/main" id="{9F6831C4-2337-B54E-902B-BDE4FE2CF15F}"/>
              </a:ext>
            </a:extLst>
          </p:cNvPr>
          <p:cNvSpPr/>
          <p:nvPr/>
        </p:nvSpPr>
        <p:spPr>
          <a:xfrm>
            <a:off x="181354" y="3893080"/>
            <a:ext cx="137088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Task 2</a:t>
            </a:r>
          </a:p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[Low Priority]</a:t>
            </a:r>
          </a:p>
        </p:txBody>
      </p:sp>
    </p:spTree>
    <p:extLst>
      <p:ext uri="{BB962C8B-B14F-4D97-AF65-F5344CB8AC3E}">
        <p14:creationId xmlns:p14="http://schemas.microsoft.com/office/powerpoint/2010/main" val="10216387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2D2ACA16-1185-5E43-BE1A-E87439E26B6F}"/>
              </a:ext>
            </a:extLst>
          </p:cNvPr>
          <p:cNvGraphicFramePr>
            <a:graphicFrameLocks noGrp="1"/>
          </p:cNvGraphicFramePr>
          <p:nvPr/>
        </p:nvGraphicFramePr>
        <p:xfrm>
          <a:off x="3967427" y="1934016"/>
          <a:ext cx="256032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926271723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19424705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56560191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330173771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1249739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1785476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8425057"/>
                  </a:ext>
                </a:extLst>
              </a:tr>
            </a:tbl>
          </a:graphicData>
        </a:graphic>
      </p:graphicFrame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BEDB5D8-A899-1A48-A56A-461AAC48659C}"/>
              </a:ext>
            </a:extLst>
          </p:cNvPr>
          <p:cNvSpPr/>
          <p:nvPr/>
        </p:nvSpPr>
        <p:spPr>
          <a:xfrm>
            <a:off x="6244684" y="4166414"/>
            <a:ext cx="9768468" cy="3950639"/>
          </a:xfrm>
          <a:prstGeom prst="roundRect">
            <a:avLst/>
          </a:prstGeom>
          <a:noFill/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A7E6010-529B-A441-BD28-D990287191F3}"/>
              </a:ext>
            </a:extLst>
          </p:cNvPr>
          <p:cNvSpPr/>
          <p:nvPr/>
        </p:nvSpPr>
        <p:spPr>
          <a:xfrm>
            <a:off x="3233854" y="5216699"/>
            <a:ext cx="3293893" cy="111408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9A6DDA-74DC-9740-99AF-24D974271A0D}"/>
              </a:ext>
            </a:extLst>
          </p:cNvPr>
          <p:cNvSpPr txBox="1"/>
          <p:nvPr/>
        </p:nvSpPr>
        <p:spPr>
          <a:xfrm>
            <a:off x="6244683" y="4523354"/>
            <a:ext cx="976846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Schedule diversification protocols</a:t>
            </a:r>
          </a:p>
          <a:p>
            <a:pPr algn="ctr"/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[Section 2]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8695F9-E91D-A04B-B8E5-95BAAC446183}"/>
              </a:ext>
            </a:extLst>
          </p:cNvPr>
          <p:cNvSpPr txBox="1"/>
          <p:nvPr/>
        </p:nvSpPr>
        <p:spPr>
          <a:xfrm>
            <a:off x="6520030" y="6394038"/>
            <a:ext cx="921777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Multicore systems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Hierarchical schedulers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Shuffling initial offset and not-uniform selections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11E80AF-4568-F049-8A72-C9CCE4D36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65805" y="5458760"/>
            <a:ext cx="2046865" cy="1114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57825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D1CB2BDB-1B60-5B45-A11A-89EA1B90735E}"/>
              </a:ext>
            </a:extLst>
          </p:cNvPr>
          <p:cNvGrpSpPr/>
          <p:nvPr/>
        </p:nvGrpSpPr>
        <p:grpSpPr>
          <a:xfrm>
            <a:off x="7261886" y="339381"/>
            <a:ext cx="9768469" cy="3950639"/>
            <a:chOff x="6244683" y="4166414"/>
            <a:chExt cx="9768469" cy="3950639"/>
          </a:xfrm>
        </p:grpSpPr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ABEDB5D8-A899-1A48-A56A-461AAC48659C}"/>
                </a:ext>
              </a:extLst>
            </p:cNvPr>
            <p:cNvSpPr/>
            <p:nvPr/>
          </p:nvSpPr>
          <p:spPr>
            <a:xfrm>
              <a:off x="6244684" y="4166414"/>
              <a:ext cx="9768468" cy="3950639"/>
            </a:xfrm>
            <a:prstGeom prst="roundRect">
              <a:avLst/>
            </a:prstGeom>
            <a:noFill/>
            <a:ln w="3492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E9A6DDA-74DC-9740-99AF-24D974271A0D}"/>
                </a:ext>
              </a:extLst>
            </p:cNvPr>
            <p:cNvSpPr txBox="1"/>
            <p:nvPr/>
          </p:nvSpPr>
          <p:spPr>
            <a:xfrm>
              <a:off x="6244683" y="4467936"/>
              <a:ext cx="9768468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 dirty="0">
                  <a:latin typeface="Arial" panose="020B0604020202020204" pitchFamily="34" charset="0"/>
                  <a:cs typeface="Arial" panose="020B0604020202020204" pitchFamily="34" charset="0"/>
                </a:rPr>
                <a:t>Schedule Diversification Protocols</a:t>
              </a:r>
            </a:p>
            <a:p>
              <a:pPr algn="ctr"/>
              <a:r>
                <a:rPr lang="en-US" sz="4000" dirty="0">
                  <a:latin typeface="Arial" panose="020B0604020202020204" pitchFamily="34" charset="0"/>
                  <a:cs typeface="Arial" panose="020B0604020202020204" pitchFamily="34" charset="0"/>
                </a:rPr>
                <a:t>[Section 3]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18695F9-E91D-A04B-B8E5-95BAAC446183}"/>
                </a:ext>
              </a:extLst>
            </p:cNvPr>
            <p:cNvSpPr txBox="1"/>
            <p:nvPr/>
          </p:nvSpPr>
          <p:spPr>
            <a:xfrm>
              <a:off x="6520030" y="6310911"/>
              <a:ext cx="9217775" cy="17081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571500" indent="-571500">
                <a:buFont typeface="Wingdings" pitchFamily="2" charset="2"/>
                <a:buChar char="ü"/>
              </a:pPr>
              <a:r>
                <a:rPr lang="en-US" sz="3500" dirty="0">
                  <a:latin typeface="Arial" panose="020B0604020202020204" pitchFamily="34" charset="0"/>
                  <a:cs typeface="Arial" panose="020B0604020202020204" pitchFamily="34" charset="0"/>
                </a:rPr>
                <a:t>Multicore systems</a:t>
              </a:r>
            </a:p>
            <a:p>
              <a:pPr marL="571500" indent="-571500">
                <a:buFont typeface="Wingdings" pitchFamily="2" charset="2"/>
                <a:buChar char="ü"/>
              </a:pPr>
              <a:r>
                <a:rPr lang="en-US" sz="3500" dirty="0">
                  <a:latin typeface="Arial" panose="020B0604020202020204" pitchFamily="34" charset="0"/>
                  <a:cs typeface="Arial" panose="020B0604020202020204" pitchFamily="34" charset="0"/>
                </a:rPr>
                <a:t>Hierarchical schedulers</a:t>
              </a:r>
            </a:p>
            <a:p>
              <a:pPr marL="571500" indent="-571500">
                <a:buFont typeface="Wingdings" pitchFamily="2" charset="2"/>
                <a:buChar char="ü"/>
              </a:pPr>
              <a:r>
                <a:rPr lang="en-US" sz="3500" dirty="0">
                  <a:latin typeface="Arial" panose="020B0604020202020204" pitchFamily="34" charset="0"/>
                  <a:cs typeface="Arial" panose="020B0604020202020204" pitchFamily="34" charset="0"/>
                </a:rPr>
                <a:t>Shuffling offset and not-uniform selections</a:t>
              </a:r>
            </a:p>
          </p:txBody>
        </p: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D11E80AF-4568-F049-8A72-C9CCE4D36F3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365805" y="5536580"/>
              <a:ext cx="2046865" cy="1114086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66E0E75-333E-8040-8B82-AA6BC913A8AA}"/>
              </a:ext>
            </a:extLst>
          </p:cNvPr>
          <p:cNvGrpSpPr/>
          <p:nvPr/>
        </p:nvGrpSpPr>
        <p:grpSpPr>
          <a:xfrm>
            <a:off x="1667820" y="5148181"/>
            <a:ext cx="9768469" cy="3950639"/>
            <a:chOff x="4517239" y="5025576"/>
            <a:chExt cx="9768469" cy="3950639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E69E1F5-A1E8-C54D-82A6-8DFEF4CA6FE7}"/>
                </a:ext>
              </a:extLst>
            </p:cNvPr>
            <p:cNvGrpSpPr/>
            <p:nvPr/>
          </p:nvGrpSpPr>
          <p:grpSpPr>
            <a:xfrm>
              <a:off x="4517239" y="5025576"/>
              <a:ext cx="9768469" cy="3950639"/>
              <a:chOff x="5609155" y="8969038"/>
              <a:chExt cx="9768469" cy="3950639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C79BDE32-6217-1E45-9707-CE3D822BD29F}"/>
                  </a:ext>
                </a:extLst>
              </p:cNvPr>
              <p:cNvGrpSpPr/>
              <p:nvPr/>
            </p:nvGrpSpPr>
            <p:grpSpPr>
              <a:xfrm>
                <a:off x="5609155" y="8969038"/>
                <a:ext cx="9768469" cy="3950639"/>
                <a:chOff x="6244683" y="4166414"/>
                <a:chExt cx="9768469" cy="3950639"/>
              </a:xfrm>
            </p:grpSpPr>
            <p:sp>
              <p:nvSpPr>
                <p:cNvPr id="12" name="Rounded Rectangle 11">
                  <a:extLst>
                    <a:ext uri="{FF2B5EF4-FFF2-40B4-BE49-F238E27FC236}">
                      <a16:creationId xmlns:a16="http://schemas.microsoft.com/office/drawing/2014/main" id="{67F1DCD5-86DF-844A-9631-1A261B279607}"/>
                    </a:ext>
                  </a:extLst>
                </p:cNvPr>
                <p:cNvSpPr/>
                <p:nvPr/>
              </p:nvSpPr>
              <p:spPr>
                <a:xfrm>
                  <a:off x="6244684" y="4166414"/>
                  <a:ext cx="9768468" cy="3950639"/>
                </a:xfrm>
                <a:prstGeom prst="roundRect">
                  <a:avLst/>
                </a:prstGeom>
                <a:noFill/>
                <a:ln w="38100">
                  <a:solidFill>
                    <a:schemeClr val="tx1">
                      <a:lumMod val="95000"/>
                      <a:lumOff val="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A108632A-E30E-9D44-83EB-44BEF0468A4C}"/>
                    </a:ext>
                  </a:extLst>
                </p:cNvPr>
                <p:cNvSpPr txBox="1"/>
                <p:nvPr/>
              </p:nvSpPr>
              <p:spPr>
                <a:xfrm>
                  <a:off x="6244683" y="4467936"/>
                  <a:ext cx="9768468" cy="13234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40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Metrics and System Integration</a:t>
                  </a:r>
                </a:p>
                <a:p>
                  <a:pPr algn="ctr"/>
                  <a:r>
                    <a:rPr lang="en-US" sz="40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[Section 4]</a:t>
                  </a:r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D726D192-BE67-134A-B3E1-682B6618459B}"/>
                    </a:ext>
                  </a:extLst>
                </p:cNvPr>
                <p:cNvSpPr txBox="1"/>
                <p:nvPr/>
              </p:nvSpPr>
              <p:spPr>
                <a:xfrm>
                  <a:off x="6520030" y="6310911"/>
                  <a:ext cx="9217775" cy="170816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571500" indent="-571500">
                    <a:buFont typeface="Wingdings" pitchFamily="2" charset="2"/>
                    <a:buChar char="ü"/>
                  </a:pPr>
                  <a:r>
                    <a:rPr lang="en-US" sz="35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Metric: inter-arrival indistinguishability</a:t>
                  </a:r>
                </a:p>
                <a:p>
                  <a:pPr marL="571500" indent="-571500">
                    <a:buFont typeface="Wingdings" pitchFamily="2" charset="2"/>
                    <a:buChar char="ü"/>
                  </a:pPr>
                  <a:r>
                    <a:rPr lang="en-US" sz="35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Operating system integration:</a:t>
                  </a:r>
                </a:p>
                <a:p>
                  <a:pPr marL="1443038" lvl="1" indent="-347663">
                    <a:buFont typeface="Courier New" panose="02070309020205020404" pitchFamily="49" charset="0"/>
                    <a:buChar char="o"/>
                  </a:pPr>
                  <a:r>
                    <a:rPr lang="en-US" sz="35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RT_PREEMPT, LITMUS</a:t>
                  </a:r>
                  <a:r>
                    <a:rPr lang="en-US" sz="3500" baseline="300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RT</a:t>
                  </a:r>
                  <a:r>
                    <a:rPr lang="en-US" sz="35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, </a:t>
                  </a:r>
                  <a:r>
                    <a:rPr lang="en-US" sz="3500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FreeRTOS</a:t>
                  </a:r>
                  <a:endParaRPr lang="en-US" sz="35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pic>
            <p:nvPicPr>
              <p:cNvPr id="1026" name="Picture 2" descr="Company Logo On Gray Clipart Png For Web - Integrated Circuit Transparent Png (600x598), Png Download">
                <a:extLst>
                  <a:ext uri="{FF2B5EF4-FFF2-40B4-BE49-F238E27FC236}">
                    <a16:creationId xmlns:a16="http://schemas.microsoft.com/office/drawing/2014/main" id="{33F1931A-5405-FE46-9B3A-8EEAE8B29CF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100480" y="10146258"/>
                <a:ext cx="938347" cy="93445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030" name="Picture 6" descr="Transparent Png Speedometer Slow Png Clipart (1200x630), Png Download">
              <a:extLst>
                <a:ext uri="{FF2B5EF4-FFF2-40B4-BE49-F238E27FC236}">
                  <a16:creationId xmlns:a16="http://schemas.microsoft.com/office/drawing/2014/main" id="{63590F81-FB2D-C745-BE0F-BD2D5F79C13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54683" y="6323313"/>
              <a:ext cx="1312356" cy="7092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D3EAA6D-3302-6748-AD8F-32A0B1F7E6A7}"/>
              </a:ext>
            </a:extLst>
          </p:cNvPr>
          <p:cNvGrpSpPr/>
          <p:nvPr/>
        </p:nvGrpSpPr>
        <p:grpSpPr>
          <a:xfrm>
            <a:off x="7261885" y="9867632"/>
            <a:ext cx="9768469" cy="3950639"/>
            <a:chOff x="4517239" y="9776591"/>
            <a:chExt cx="9768469" cy="3950639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D8EC5FEB-80A8-8D49-8AB2-50DD9BF950A7}"/>
                </a:ext>
              </a:extLst>
            </p:cNvPr>
            <p:cNvGrpSpPr/>
            <p:nvPr/>
          </p:nvGrpSpPr>
          <p:grpSpPr>
            <a:xfrm>
              <a:off x="4517239" y="9776591"/>
              <a:ext cx="9768469" cy="3950639"/>
              <a:chOff x="5609155" y="8969038"/>
              <a:chExt cx="9768469" cy="3950639"/>
            </a:xfrm>
          </p:grpSpPr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B9059F6E-1613-5240-A0C3-D96F5907D52C}"/>
                  </a:ext>
                </a:extLst>
              </p:cNvPr>
              <p:cNvGrpSpPr/>
              <p:nvPr/>
            </p:nvGrpSpPr>
            <p:grpSpPr>
              <a:xfrm>
                <a:off x="5609155" y="8969038"/>
                <a:ext cx="9768469" cy="3950639"/>
                <a:chOff x="6244683" y="4166414"/>
                <a:chExt cx="9768469" cy="3950639"/>
              </a:xfrm>
            </p:grpSpPr>
            <p:sp>
              <p:nvSpPr>
                <p:cNvPr id="21" name="Rounded Rectangle 20">
                  <a:extLst>
                    <a:ext uri="{FF2B5EF4-FFF2-40B4-BE49-F238E27FC236}">
                      <a16:creationId xmlns:a16="http://schemas.microsoft.com/office/drawing/2014/main" id="{B3DD7BE6-4C56-3649-B539-78E4C05C2552}"/>
                    </a:ext>
                  </a:extLst>
                </p:cNvPr>
                <p:cNvSpPr/>
                <p:nvPr/>
              </p:nvSpPr>
              <p:spPr>
                <a:xfrm>
                  <a:off x="6244684" y="4166414"/>
                  <a:ext cx="9768468" cy="3950639"/>
                </a:xfrm>
                <a:prstGeom prst="roundRect">
                  <a:avLst/>
                </a:prstGeom>
                <a:noFill/>
                <a:ln w="38100">
                  <a:solidFill>
                    <a:schemeClr val="tx1">
                      <a:lumMod val="95000"/>
                      <a:lumOff val="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42BC56C-4726-2149-9DBA-57A1AA9C1855}"/>
                    </a:ext>
                  </a:extLst>
                </p:cNvPr>
                <p:cNvSpPr txBox="1"/>
                <p:nvPr/>
              </p:nvSpPr>
              <p:spPr>
                <a:xfrm>
                  <a:off x="6244683" y="4467936"/>
                  <a:ext cx="9768468" cy="13234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40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Evaluation</a:t>
                  </a:r>
                </a:p>
                <a:p>
                  <a:pPr algn="ctr"/>
                  <a:r>
                    <a:rPr lang="en-US" sz="40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[</a:t>
                  </a:r>
                  <a:r>
                    <a:rPr lang="en-US" sz="4000">
                      <a:latin typeface="Arial" panose="020B0604020202020204" pitchFamily="34" charset="0"/>
                      <a:cs typeface="Arial" panose="020B0604020202020204" pitchFamily="34" charset="0"/>
                    </a:rPr>
                    <a:t>Section 5]</a:t>
                  </a:r>
                  <a:endParaRPr lang="en-US" sz="40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1DA7EBD2-0657-4D42-97DE-6FED161A86A4}"/>
                    </a:ext>
                  </a:extLst>
                </p:cNvPr>
                <p:cNvSpPr txBox="1"/>
                <p:nvPr/>
              </p:nvSpPr>
              <p:spPr>
                <a:xfrm>
                  <a:off x="6520030" y="6310911"/>
                  <a:ext cx="9217775" cy="170816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571500" indent="-571500">
                    <a:buFont typeface="Wingdings" pitchFamily="2" charset="2"/>
                    <a:buChar char="ü"/>
                  </a:pPr>
                  <a:r>
                    <a:rPr lang="en-US" sz="35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Design-space exploration</a:t>
                  </a:r>
                </a:p>
                <a:p>
                  <a:pPr marL="571500" indent="-571500">
                    <a:buFont typeface="Wingdings" pitchFamily="2" charset="2"/>
                    <a:buChar char="ü"/>
                  </a:pPr>
                  <a:r>
                    <a:rPr lang="en-US" sz="35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Hardware testbed</a:t>
                  </a:r>
                </a:p>
                <a:p>
                  <a:pPr marL="1443038" lvl="1" indent="-347663">
                    <a:buFont typeface="Courier New" panose="02070309020205020404" pitchFamily="49" charset="0"/>
                    <a:buChar char="o"/>
                  </a:pPr>
                  <a:r>
                    <a:rPr lang="en-US" sz="35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Ground rover, Robotic arm</a:t>
                  </a:r>
                </a:p>
              </p:txBody>
            </p:sp>
          </p:grpSp>
          <p:pic>
            <p:nvPicPr>
              <p:cNvPr id="20" name="Picture 4" descr="Metric Png Pluspng - Key Metrics Png Clipart (1024x805), Png Download">
                <a:extLst>
                  <a:ext uri="{FF2B5EF4-FFF2-40B4-BE49-F238E27FC236}">
                    <a16:creationId xmlns:a16="http://schemas.microsoft.com/office/drawing/2014/main" id="{91AF753D-1800-7F4B-A3CE-AD4E662CD05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449327" y="9348714"/>
                <a:ext cx="2060116" cy="124908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4" name="Picture 23" descr="A picture containing adapter, gear&#10;&#10;Description automatically generated">
              <a:extLst>
                <a:ext uri="{FF2B5EF4-FFF2-40B4-BE49-F238E27FC236}">
                  <a16:creationId xmlns:a16="http://schemas.microsoft.com/office/drawing/2014/main" id="{F701EDEA-E89A-4D4F-A7BA-DB96EE221F0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1581840" y="12100396"/>
              <a:ext cx="1312255" cy="1150269"/>
            </a:xfrm>
            <a:prstGeom prst="rect">
              <a:avLst/>
            </a:prstGeom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2D229D5B-F85F-6F4F-A8C3-876A2F5D9A8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079238" y="12114225"/>
              <a:ext cx="853532" cy="1147413"/>
            </a:xfrm>
            <a:prstGeom prst="rect">
              <a:avLst/>
            </a:prstGeom>
          </p:spPr>
        </p:pic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4E9EF8C5-0170-C14B-8F0B-DBE19ADDA059}"/>
              </a:ext>
            </a:extLst>
          </p:cNvPr>
          <p:cNvGrpSpPr/>
          <p:nvPr/>
        </p:nvGrpSpPr>
        <p:grpSpPr>
          <a:xfrm>
            <a:off x="12892403" y="5157673"/>
            <a:ext cx="9768469" cy="3950639"/>
            <a:chOff x="6244683" y="4166414"/>
            <a:chExt cx="9768469" cy="3950639"/>
          </a:xfrm>
        </p:grpSpPr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145D6B80-BCF7-8542-BEA4-5B29CE9EB2A4}"/>
                </a:ext>
              </a:extLst>
            </p:cNvPr>
            <p:cNvSpPr/>
            <p:nvPr/>
          </p:nvSpPr>
          <p:spPr>
            <a:xfrm>
              <a:off x="6244684" y="4166414"/>
              <a:ext cx="9768468" cy="3950639"/>
            </a:xfrm>
            <a:prstGeom prst="roundRect">
              <a:avLst/>
            </a:prstGeom>
            <a:noFill/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5E1AA34-B67F-5146-9933-8EA055BD6000}"/>
                </a:ext>
              </a:extLst>
            </p:cNvPr>
            <p:cNvSpPr txBox="1"/>
            <p:nvPr/>
          </p:nvSpPr>
          <p:spPr>
            <a:xfrm>
              <a:off x="6244683" y="4467936"/>
              <a:ext cx="9768468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 dirty="0">
                  <a:latin typeface="Arial" panose="020B0604020202020204" pitchFamily="34" charset="0"/>
                  <a:cs typeface="Arial" panose="020B0604020202020204" pitchFamily="34" charset="0"/>
                </a:rPr>
                <a:t>Education and Outreach</a:t>
              </a:r>
            </a:p>
            <a:p>
              <a:pPr algn="ctr"/>
              <a:r>
                <a:rPr lang="en-US" sz="4000" dirty="0">
                  <a:latin typeface="Arial" panose="020B0604020202020204" pitchFamily="34" charset="0"/>
                  <a:cs typeface="Arial" panose="020B0604020202020204" pitchFamily="34" charset="0"/>
                </a:rPr>
                <a:t>[Section 7]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A2EC404-3FBA-0C43-BCA3-F44CEA3158C2}"/>
                </a:ext>
              </a:extLst>
            </p:cNvPr>
            <p:cNvSpPr txBox="1"/>
            <p:nvPr/>
          </p:nvSpPr>
          <p:spPr>
            <a:xfrm>
              <a:off x="6520030" y="6310911"/>
              <a:ext cx="9217775" cy="17081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571500" indent="-571500">
                <a:buFont typeface="Wingdings" pitchFamily="2" charset="2"/>
                <a:buChar char="ü"/>
              </a:pPr>
              <a:r>
                <a:rPr lang="en-US" sz="3500" dirty="0">
                  <a:latin typeface="Arial" panose="020B0604020202020204" pitchFamily="34" charset="0"/>
                  <a:cs typeface="Arial" panose="020B0604020202020204" pitchFamily="34" charset="0"/>
                </a:rPr>
                <a:t>Curriculum development</a:t>
              </a:r>
            </a:p>
            <a:p>
              <a:pPr marL="571500" indent="-571500">
                <a:buFont typeface="Wingdings" pitchFamily="2" charset="2"/>
                <a:buChar char="ü"/>
              </a:pPr>
              <a:r>
                <a:rPr lang="en-US" sz="3500" dirty="0">
                  <a:latin typeface="Arial" panose="020B0604020202020204" pitchFamily="34" charset="0"/>
                  <a:cs typeface="Arial" panose="020B0604020202020204" pitchFamily="34" charset="0"/>
                </a:rPr>
                <a:t>Undergraduate research activities</a:t>
              </a:r>
            </a:p>
            <a:p>
              <a:pPr marL="571500" indent="-571500">
                <a:buFont typeface="Wingdings" pitchFamily="2" charset="2"/>
                <a:buChar char="ü"/>
              </a:pPr>
              <a:r>
                <a:rPr lang="en-US" sz="3500" dirty="0">
                  <a:latin typeface="Arial" panose="020B0604020202020204" pitchFamily="34" charset="0"/>
                  <a:cs typeface="Arial" panose="020B0604020202020204" pitchFamily="34" charset="0"/>
                </a:rPr>
                <a:t>Diversity and outreach plan</a:t>
              </a:r>
            </a:p>
          </p:txBody>
        </p:sp>
      </p:grpSp>
      <p:pic>
        <p:nvPicPr>
          <p:cNvPr id="1036" name="Picture 12" descr="Discussion Clipart Effective Communication - Communication Skill Icon Png Transparent Png (700x675), Png Download">
            <a:extLst>
              <a:ext uri="{FF2B5EF4-FFF2-40B4-BE49-F238E27FC236}">
                <a16:creationId xmlns:a16="http://schemas.microsoft.com/office/drawing/2014/main" id="{96ECB120-980E-4748-83BE-16D42BF895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24720" y="5963096"/>
            <a:ext cx="2116822" cy="21168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EA4CBF33-4A89-3A49-9D7B-E1755DE0F13D}"/>
              </a:ext>
            </a:extLst>
          </p:cNvPr>
          <p:cNvCxnSpPr>
            <a:cxnSpLocks/>
            <a:stCxn id="8" idx="1"/>
            <a:endCxn id="12" idx="0"/>
          </p:cNvCxnSpPr>
          <p:nvPr/>
        </p:nvCxnSpPr>
        <p:spPr>
          <a:xfrm rot="10800000" flipV="1">
            <a:off x="6552055" y="2314701"/>
            <a:ext cx="709832" cy="2833480"/>
          </a:xfrm>
          <a:prstGeom prst="bentConnector2">
            <a:avLst/>
          </a:prstGeom>
          <a:ln w="34925">
            <a:solidFill>
              <a:schemeClr val="tx1">
                <a:lumMod val="95000"/>
                <a:lumOff val="5000"/>
              </a:schemeClr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7DF4FB05-B03F-1C46-A856-F329EB93F267}"/>
              </a:ext>
            </a:extLst>
          </p:cNvPr>
          <p:cNvCxnSpPr>
            <a:cxnSpLocks/>
            <a:stCxn id="12" idx="2"/>
            <a:endCxn id="21" idx="1"/>
          </p:cNvCxnSpPr>
          <p:nvPr/>
        </p:nvCxnSpPr>
        <p:spPr>
          <a:xfrm rot="16200000" flipH="1">
            <a:off x="5534904" y="10115970"/>
            <a:ext cx="2744132" cy="709831"/>
          </a:xfrm>
          <a:prstGeom prst="bentConnector2">
            <a:avLst/>
          </a:prstGeom>
          <a:ln w="34925">
            <a:solidFill>
              <a:schemeClr val="tx1">
                <a:lumMod val="95000"/>
                <a:lumOff val="5000"/>
              </a:schemeClr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CABFEBC9-31BE-E04D-95D2-AD8B0C813F37}"/>
              </a:ext>
            </a:extLst>
          </p:cNvPr>
          <p:cNvCxnSpPr>
            <a:cxnSpLocks/>
            <a:stCxn id="8" idx="3"/>
            <a:endCxn id="36" idx="0"/>
          </p:cNvCxnSpPr>
          <p:nvPr/>
        </p:nvCxnSpPr>
        <p:spPr>
          <a:xfrm>
            <a:off x="17030355" y="2314701"/>
            <a:ext cx="746283" cy="2842972"/>
          </a:xfrm>
          <a:prstGeom prst="bentConnector2">
            <a:avLst/>
          </a:prstGeom>
          <a:ln w="34925">
            <a:solidFill>
              <a:schemeClr val="tx1">
                <a:lumMod val="95000"/>
                <a:lumOff val="5000"/>
              </a:schemeClr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Elbow Connector 57">
            <a:extLst>
              <a:ext uri="{FF2B5EF4-FFF2-40B4-BE49-F238E27FC236}">
                <a16:creationId xmlns:a16="http://schemas.microsoft.com/office/drawing/2014/main" id="{D1B3CEAA-FE1B-4547-8CB9-B936FA7DDEBB}"/>
              </a:ext>
            </a:extLst>
          </p:cNvPr>
          <p:cNvCxnSpPr>
            <a:cxnSpLocks/>
            <a:stCxn id="21" idx="3"/>
            <a:endCxn id="36" idx="2"/>
          </p:cNvCxnSpPr>
          <p:nvPr/>
        </p:nvCxnSpPr>
        <p:spPr>
          <a:xfrm flipV="1">
            <a:off x="17030354" y="9108312"/>
            <a:ext cx="746284" cy="2734640"/>
          </a:xfrm>
          <a:prstGeom prst="bentConnector2">
            <a:avLst/>
          </a:prstGeom>
          <a:ln w="34925">
            <a:solidFill>
              <a:schemeClr val="tx1">
                <a:lumMod val="95000"/>
                <a:lumOff val="5000"/>
              </a:schemeClr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Elbow Connector 60">
            <a:extLst>
              <a:ext uri="{FF2B5EF4-FFF2-40B4-BE49-F238E27FC236}">
                <a16:creationId xmlns:a16="http://schemas.microsoft.com/office/drawing/2014/main" id="{028B40F0-D669-004C-85A5-45553737A0E8}"/>
              </a:ext>
            </a:extLst>
          </p:cNvPr>
          <p:cNvCxnSpPr>
            <a:cxnSpLocks/>
            <a:stCxn id="12" idx="3"/>
            <a:endCxn id="36" idx="1"/>
          </p:cNvCxnSpPr>
          <p:nvPr/>
        </p:nvCxnSpPr>
        <p:spPr>
          <a:xfrm>
            <a:off x="11436289" y="7123501"/>
            <a:ext cx="1456115" cy="9492"/>
          </a:xfrm>
          <a:prstGeom prst="bentConnector3">
            <a:avLst>
              <a:gd name="adj1" fmla="val 2553"/>
            </a:avLst>
          </a:prstGeom>
          <a:ln w="34925">
            <a:solidFill>
              <a:schemeClr val="tx1">
                <a:lumMod val="95000"/>
                <a:lumOff val="5000"/>
              </a:schemeClr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25992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3383</TotalTime>
  <Words>112</Words>
  <Application>Microsoft Macintosh PowerPoint</Application>
  <PresentationFormat>Custom</PresentationFormat>
  <Paragraphs>36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Arial</vt:lpstr>
      <vt:lpstr>Calibri</vt:lpstr>
      <vt:lpstr>Calibri Light</vt:lpstr>
      <vt:lpstr>Courier New</vt:lpstr>
      <vt:lpstr>Times</vt:lpstr>
      <vt:lpstr>Wingdings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Hasan, Monowar</dc:creator>
  <cp:lastModifiedBy>Hasan, Monowar</cp:lastModifiedBy>
  <cp:revision>167</cp:revision>
  <cp:lastPrinted>2018-11-27T18:58:38Z</cp:lastPrinted>
  <dcterms:created xsi:type="dcterms:W3CDTF">2018-11-17T02:04:09Z</dcterms:created>
  <dcterms:modified xsi:type="dcterms:W3CDTF">2021-05-15T02:45:20Z</dcterms:modified>
</cp:coreProperties>
</file>